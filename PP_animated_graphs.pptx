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 autoAdjust="0"/>
    <p:restoredTop sz="94660"/>
  </p:normalViewPr>
  <p:slideViewPr>
    <p:cSldViewPr snapToGrid="0">
      <p:cViewPr varScale="1">
        <p:scale>
          <a:sx n="57" d="100"/>
          <a:sy n="57" d="100"/>
        </p:scale>
        <p:origin x="96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Magic</a:t>
            </a:r>
            <a:r>
              <a:rPr lang="en-US" b="1" baseline="0" dirty="0"/>
              <a:t> of Compounding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Compound balance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Sheet1!$A$2:$A$32</c:f>
              <c:numCache>
                <c:formatCode>General</c:formatCod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numCache>
            </c:numRef>
          </c:cat>
          <c:val>
            <c:numRef>
              <c:f>Sheet1!$B$2:$B$32</c:f>
              <c:numCache>
                <c:formatCode>"$"#,##0.00;[Red]"$"#,##0.00</c:formatCode>
                <c:ptCount val="31"/>
                <c:pt idx="0">
                  <c:v>0</c:v>
                </c:pt>
                <c:pt idx="1">
                  <c:v>1000</c:v>
                </c:pt>
                <c:pt idx="2">
                  <c:v>2050</c:v>
                </c:pt>
                <c:pt idx="3">
                  <c:v>3152.5</c:v>
                </c:pt>
                <c:pt idx="4">
                  <c:v>4310.125</c:v>
                </c:pt>
                <c:pt idx="5">
                  <c:v>5525.6312500000004</c:v>
                </c:pt>
                <c:pt idx="6">
                  <c:v>6801.9128125000007</c:v>
                </c:pt>
                <c:pt idx="7">
                  <c:v>8142.0084531250013</c:v>
                </c:pt>
                <c:pt idx="8">
                  <c:v>9549.1088757812522</c:v>
                </c:pt>
                <c:pt idx="9">
                  <c:v>11026.564319570316</c:v>
                </c:pt>
                <c:pt idx="10">
                  <c:v>12577.892535548832</c:v>
                </c:pt>
                <c:pt idx="11">
                  <c:v>14206.787162326274</c:v>
                </c:pt>
                <c:pt idx="12">
                  <c:v>15917.126520442589</c:v>
                </c:pt>
                <c:pt idx="13">
                  <c:v>17712.982846464718</c:v>
                </c:pt>
                <c:pt idx="14">
                  <c:v>19598.631988787954</c:v>
                </c:pt>
                <c:pt idx="15">
                  <c:v>21578.563588227353</c:v>
                </c:pt>
                <c:pt idx="16">
                  <c:v>23657.491767638723</c:v>
                </c:pt>
                <c:pt idx="17">
                  <c:v>25840.366356020659</c:v>
                </c:pt>
                <c:pt idx="18">
                  <c:v>28132.384673821693</c:v>
                </c:pt>
                <c:pt idx="19">
                  <c:v>30539.003907512779</c:v>
                </c:pt>
                <c:pt idx="20">
                  <c:v>33065.95410288842</c:v>
                </c:pt>
                <c:pt idx="21">
                  <c:v>35719.251808032845</c:v>
                </c:pt>
                <c:pt idx="22">
                  <c:v>38505.214398434488</c:v>
                </c:pt>
                <c:pt idx="23">
                  <c:v>41430.475118356211</c:v>
                </c:pt>
                <c:pt idx="24">
                  <c:v>44501.998874274024</c:v>
                </c:pt>
                <c:pt idx="25">
                  <c:v>47727.098817987724</c:v>
                </c:pt>
                <c:pt idx="26">
                  <c:v>51113.45375888711</c:v>
                </c:pt>
                <c:pt idx="27">
                  <c:v>54669.126446831469</c:v>
                </c:pt>
                <c:pt idx="28">
                  <c:v>58402.582769173045</c:v>
                </c:pt>
                <c:pt idx="29">
                  <c:v>62322.711907631703</c:v>
                </c:pt>
                <c:pt idx="30">
                  <c:v>66438.847503013298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B6-4CC4-BDAA-CA454E9CF8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contributions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Sheet1!$A$2:$A$32</c:f>
              <c:numCache>
                <c:formatCode>General</c:formatCod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numCache>
            </c:num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  <c:pt idx="12">
                  <c:v>13000</c:v>
                </c:pt>
                <c:pt idx="13">
                  <c:v>14000</c:v>
                </c:pt>
                <c:pt idx="14">
                  <c:v>15000</c:v>
                </c:pt>
                <c:pt idx="15">
                  <c:v>16000</c:v>
                </c:pt>
                <c:pt idx="16">
                  <c:v>17000</c:v>
                </c:pt>
                <c:pt idx="17">
                  <c:v>18000</c:v>
                </c:pt>
                <c:pt idx="18">
                  <c:v>19000</c:v>
                </c:pt>
                <c:pt idx="19">
                  <c:v>20000</c:v>
                </c:pt>
                <c:pt idx="20">
                  <c:v>21000</c:v>
                </c:pt>
                <c:pt idx="21">
                  <c:v>22000</c:v>
                </c:pt>
                <c:pt idx="22">
                  <c:v>23000</c:v>
                </c:pt>
                <c:pt idx="23">
                  <c:v>24000</c:v>
                </c:pt>
                <c:pt idx="24">
                  <c:v>25000</c:v>
                </c:pt>
                <c:pt idx="25">
                  <c:v>26000</c:v>
                </c:pt>
                <c:pt idx="26">
                  <c:v>27000</c:v>
                </c:pt>
                <c:pt idx="27">
                  <c:v>28000</c:v>
                </c:pt>
                <c:pt idx="28">
                  <c:v>29000</c:v>
                </c:pt>
                <c:pt idx="29">
                  <c:v>30000</c:v>
                </c:pt>
                <c:pt idx="30">
                  <c:v>31000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DB6-4CC4-BDAA-CA454E9CF8C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303481919"/>
        <c:axId val="1303493919"/>
      </c:lineChart>
      <c:catAx>
        <c:axId val="13034819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493919"/>
        <c:crosses val="autoZero"/>
        <c:auto val="1"/>
        <c:lblAlgn val="ctr"/>
        <c:lblOffset val="100"/>
        <c:noMultiLvlLbl val="0"/>
      </c:catAx>
      <c:valAx>
        <c:axId val="1303493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&quot;$&quot;#,##0.00;[Red]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4819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Cumulative</a:t>
            </a:r>
            <a:r>
              <a:rPr lang="en-US" b="1" baseline="0" dirty="0"/>
              <a:t> Social security benefit taken at different ages. No </a:t>
            </a:r>
            <a:r>
              <a:rPr lang="en-US" b="1" baseline="0" dirty="0" err="1"/>
              <a:t>CoLA</a:t>
            </a:r>
            <a:r>
              <a:rPr lang="en-US" b="1" baseline="0" dirty="0"/>
              <a:t>, No TVM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take at 62. No Cola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Sheet1!$A$2:$A$40</c:f>
              <c:numCache>
                <c:formatCode>General</c:formatCode>
                <c:ptCount val="39"/>
                <c:pt idx="0">
                  <c:v>62</c:v>
                </c:pt>
                <c:pt idx="1">
                  <c:v>63</c:v>
                </c:pt>
                <c:pt idx="2">
                  <c:v>64</c:v>
                </c:pt>
                <c:pt idx="3">
                  <c:v>65</c:v>
                </c:pt>
                <c:pt idx="4">
                  <c:v>66</c:v>
                </c:pt>
                <c:pt idx="5">
                  <c:v>67</c:v>
                </c:pt>
                <c:pt idx="6">
                  <c:v>68</c:v>
                </c:pt>
                <c:pt idx="7">
                  <c:v>69</c:v>
                </c:pt>
                <c:pt idx="8">
                  <c:v>70</c:v>
                </c:pt>
                <c:pt idx="9">
                  <c:v>71</c:v>
                </c:pt>
                <c:pt idx="10">
                  <c:v>72</c:v>
                </c:pt>
                <c:pt idx="11">
                  <c:v>73</c:v>
                </c:pt>
                <c:pt idx="12">
                  <c:v>74</c:v>
                </c:pt>
                <c:pt idx="13">
                  <c:v>75</c:v>
                </c:pt>
                <c:pt idx="14">
                  <c:v>76</c:v>
                </c:pt>
                <c:pt idx="15">
                  <c:v>77</c:v>
                </c:pt>
                <c:pt idx="16">
                  <c:v>78</c:v>
                </c:pt>
                <c:pt idx="17">
                  <c:v>79</c:v>
                </c:pt>
                <c:pt idx="18">
                  <c:v>80</c:v>
                </c:pt>
                <c:pt idx="19">
                  <c:v>81</c:v>
                </c:pt>
                <c:pt idx="20">
                  <c:v>82</c:v>
                </c:pt>
                <c:pt idx="21">
                  <c:v>83</c:v>
                </c:pt>
                <c:pt idx="22">
                  <c:v>84</c:v>
                </c:pt>
                <c:pt idx="23">
                  <c:v>85</c:v>
                </c:pt>
                <c:pt idx="24">
                  <c:v>86</c:v>
                </c:pt>
                <c:pt idx="25">
                  <c:v>87</c:v>
                </c:pt>
                <c:pt idx="26">
                  <c:v>88</c:v>
                </c:pt>
                <c:pt idx="27">
                  <c:v>89</c:v>
                </c:pt>
                <c:pt idx="28">
                  <c:v>90</c:v>
                </c:pt>
                <c:pt idx="29">
                  <c:v>91</c:v>
                </c:pt>
                <c:pt idx="30">
                  <c:v>92</c:v>
                </c:pt>
                <c:pt idx="31">
                  <c:v>93</c:v>
                </c:pt>
                <c:pt idx="32">
                  <c:v>94</c:v>
                </c:pt>
                <c:pt idx="33">
                  <c:v>95</c:v>
                </c:pt>
                <c:pt idx="34">
                  <c:v>96</c:v>
                </c:pt>
                <c:pt idx="35">
                  <c:v>97</c:v>
                </c:pt>
                <c:pt idx="36">
                  <c:v>98</c:v>
                </c:pt>
                <c:pt idx="37">
                  <c:v>99</c:v>
                </c:pt>
                <c:pt idx="38">
                  <c:v>100</c:v>
                </c:pt>
              </c:numCache>
            </c:numRef>
          </c:cat>
          <c:val>
            <c:numRef>
              <c:f>Sheet1!$B$2:$B$40</c:f>
              <c:numCache>
                <c:formatCode>"$"#,##0.00_);[Red]\("$"#,##0.00\)</c:formatCode>
                <c:ptCount val="39"/>
                <c:pt idx="0">
                  <c:v>23704.799999999999</c:v>
                </c:pt>
                <c:pt idx="1">
                  <c:v>47409.599999999999</c:v>
                </c:pt>
                <c:pt idx="2">
                  <c:v>71114.399999999994</c:v>
                </c:pt>
                <c:pt idx="3">
                  <c:v>94819.199999999997</c:v>
                </c:pt>
                <c:pt idx="4">
                  <c:v>118524</c:v>
                </c:pt>
                <c:pt idx="5">
                  <c:v>142228.79999999999</c:v>
                </c:pt>
                <c:pt idx="6">
                  <c:v>165933.59999999998</c:v>
                </c:pt>
                <c:pt idx="7">
                  <c:v>189638.39999999997</c:v>
                </c:pt>
                <c:pt idx="8">
                  <c:v>213343.19999999995</c:v>
                </c:pt>
                <c:pt idx="9">
                  <c:v>237047.99999999994</c:v>
                </c:pt>
                <c:pt idx="10">
                  <c:v>260752.79999999993</c:v>
                </c:pt>
                <c:pt idx="11">
                  <c:v>284457.59999999992</c:v>
                </c:pt>
                <c:pt idx="12">
                  <c:v>308162.39999999991</c:v>
                </c:pt>
                <c:pt idx="13">
                  <c:v>331867.1999999999</c:v>
                </c:pt>
                <c:pt idx="14">
                  <c:v>355571.99999999988</c:v>
                </c:pt>
                <c:pt idx="15">
                  <c:v>379276.79999999987</c:v>
                </c:pt>
                <c:pt idx="16">
                  <c:v>402981.59999999986</c:v>
                </c:pt>
                <c:pt idx="17">
                  <c:v>426686.39999999985</c:v>
                </c:pt>
                <c:pt idx="18">
                  <c:v>450391.19999999984</c:v>
                </c:pt>
                <c:pt idx="19">
                  <c:v>474095.99999999983</c:v>
                </c:pt>
                <c:pt idx="20">
                  <c:v>497800.79999999981</c:v>
                </c:pt>
                <c:pt idx="21">
                  <c:v>521505.5999999998</c:v>
                </c:pt>
                <c:pt idx="22">
                  <c:v>545210.39999999979</c:v>
                </c:pt>
                <c:pt idx="23">
                  <c:v>568915.19999999984</c:v>
                </c:pt>
                <c:pt idx="24">
                  <c:v>592619.99999999988</c:v>
                </c:pt>
                <c:pt idx="25">
                  <c:v>616324.79999999993</c:v>
                </c:pt>
                <c:pt idx="26">
                  <c:v>640029.6</c:v>
                </c:pt>
                <c:pt idx="27">
                  <c:v>663734.4</c:v>
                </c:pt>
                <c:pt idx="28">
                  <c:v>687439.20000000007</c:v>
                </c:pt>
                <c:pt idx="29">
                  <c:v>711144.00000000012</c:v>
                </c:pt>
                <c:pt idx="30">
                  <c:v>734848.80000000016</c:v>
                </c:pt>
                <c:pt idx="31">
                  <c:v>758553.60000000021</c:v>
                </c:pt>
                <c:pt idx="32">
                  <c:v>782258.40000000026</c:v>
                </c:pt>
                <c:pt idx="33">
                  <c:v>805963.2000000003</c:v>
                </c:pt>
                <c:pt idx="34">
                  <c:v>829668.00000000035</c:v>
                </c:pt>
                <c:pt idx="35">
                  <c:v>853372.8000000004</c:v>
                </c:pt>
                <c:pt idx="36">
                  <c:v>877077.60000000044</c:v>
                </c:pt>
                <c:pt idx="37">
                  <c:v>900782.40000000049</c:v>
                </c:pt>
                <c:pt idx="38">
                  <c:v>924487.20000000054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AA-4AAF-9F8A-55DFCBBB59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take at 67  No cola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Sheet1!$A$2:$A$40</c:f>
              <c:numCache>
                <c:formatCode>General</c:formatCode>
                <c:ptCount val="39"/>
                <c:pt idx="0">
                  <c:v>62</c:v>
                </c:pt>
                <c:pt idx="1">
                  <c:v>63</c:v>
                </c:pt>
                <c:pt idx="2">
                  <c:v>64</c:v>
                </c:pt>
                <c:pt idx="3">
                  <c:v>65</c:v>
                </c:pt>
                <c:pt idx="4">
                  <c:v>66</c:v>
                </c:pt>
                <c:pt idx="5">
                  <c:v>67</c:v>
                </c:pt>
                <c:pt idx="6">
                  <c:v>68</c:v>
                </c:pt>
                <c:pt idx="7">
                  <c:v>69</c:v>
                </c:pt>
                <c:pt idx="8">
                  <c:v>70</c:v>
                </c:pt>
                <c:pt idx="9">
                  <c:v>71</c:v>
                </c:pt>
                <c:pt idx="10">
                  <c:v>72</c:v>
                </c:pt>
                <c:pt idx="11">
                  <c:v>73</c:v>
                </c:pt>
                <c:pt idx="12">
                  <c:v>74</c:v>
                </c:pt>
                <c:pt idx="13">
                  <c:v>75</c:v>
                </c:pt>
                <c:pt idx="14">
                  <c:v>76</c:v>
                </c:pt>
                <c:pt idx="15">
                  <c:v>77</c:v>
                </c:pt>
                <c:pt idx="16">
                  <c:v>78</c:v>
                </c:pt>
                <c:pt idx="17">
                  <c:v>79</c:v>
                </c:pt>
                <c:pt idx="18">
                  <c:v>80</c:v>
                </c:pt>
                <c:pt idx="19">
                  <c:v>81</c:v>
                </c:pt>
                <c:pt idx="20">
                  <c:v>82</c:v>
                </c:pt>
                <c:pt idx="21">
                  <c:v>83</c:v>
                </c:pt>
                <c:pt idx="22">
                  <c:v>84</c:v>
                </c:pt>
                <c:pt idx="23">
                  <c:v>85</c:v>
                </c:pt>
                <c:pt idx="24">
                  <c:v>86</c:v>
                </c:pt>
                <c:pt idx="25">
                  <c:v>87</c:v>
                </c:pt>
                <c:pt idx="26">
                  <c:v>88</c:v>
                </c:pt>
                <c:pt idx="27">
                  <c:v>89</c:v>
                </c:pt>
                <c:pt idx="28">
                  <c:v>90</c:v>
                </c:pt>
                <c:pt idx="29">
                  <c:v>91</c:v>
                </c:pt>
                <c:pt idx="30">
                  <c:v>92</c:v>
                </c:pt>
                <c:pt idx="31">
                  <c:v>93</c:v>
                </c:pt>
                <c:pt idx="32">
                  <c:v>94</c:v>
                </c:pt>
                <c:pt idx="33">
                  <c:v>95</c:v>
                </c:pt>
                <c:pt idx="34">
                  <c:v>96</c:v>
                </c:pt>
                <c:pt idx="35">
                  <c:v>97</c:v>
                </c:pt>
                <c:pt idx="36">
                  <c:v>98</c:v>
                </c:pt>
                <c:pt idx="37">
                  <c:v>99</c:v>
                </c:pt>
                <c:pt idx="38">
                  <c:v>100</c:v>
                </c:pt>
              </c:numCache>
            </c:numRef>
          </c:cat>
          <c:val>
            <c:numRef>
              <c:f>Sheet1!$C$2:$C$40</c:f>
              <c:numCache>
                <c:formatCode>General</c:formatCode>
                <c:ptCount val="39"/>
                <c:pt idx="5" formatCode="&quot;$&quot;#,##0.00_);[Red]\(&quot;$&quot;#,##0.00\)">
                  <c:v>33864</c:v>
                </c:pt>
                <c:pt idx="6" formatCode="&quot;$&quot;#,##0.00_);[Red]\(&quot;$&quot;#,##0.00\)">
                  <c:v>67728</c:v>
                </c:pt>
                <c:pt idx="7" formatCode="&quot;$&quot;#,##0.00_);[Red]\(&quot;$&quot;#,##0.00\)">
                  <c:v>101592</c:v>
                </c:pt>
                <c:pt idx="8" formatCode="&quot;$&quot;#,##0.00_);[Red]\(&quot;$&quot;#,##0.00\)">
                  <c:v>135456</c:v>
                </c:pt>
                <c:pt idx="9" formatCode="&quot;$&quot;#,##0.00_);[Red]\(&quot;$&quot;#,##0.00\)">
                  <c:v>169320</c:v>
                </c:pt>
                <c:pt idx="10" formatCode="&quot;$&quot;#,##0.00_);[Red]\(&quot;$&quot;#,##0.00\)">
                  <c:v>203184</c:v>
                </c:pt>
                <c:pt idx="11" formatCode="&quot;$&quot;#,##0.00_);[Red]\(&quot;$&quot;#,##0.00\)">
                  <c:v>237048</c:v>
                </c:pt>
                <c:pt idx="12" formatCode="&quot;$&quot;#,##0.00_);[Red]\(&quot;$&quot;#,##0.00\)">
                  <c:v>270912</c:v>
                </c:pt>
                <c:pt idx="13" formatCode="&quot;$&quot;#,##0.00_);[Red]\(&quot;$&quot;#,##0.00\)">
                  <c:v>304776</c:v>
                </c:pt>
                <c:pt idx="14" formatCode="&quot;$&quot;#,##0.00_);[Red]\(&quot;$&quot;#,##0.00\)">
                  <c:v>338640</c:v>
                </c:pt>
                <c:pt idx="15" formatCode="&quot;$&quot;#,##0.00_);[Red]\(&quot;$&quot;#,##0.00\)">
                  <c:v>372504</c:v>
                </c:pt>
                <c:pt idx="16" formatCode="&quot;$&quot;#,##0.00_);[Red]\(&quot;$&quot;#,##0.00\)">
                  <c:v>406368</c:v>
                </c:pt>
                <c:pt idx="17" formatCode="&quot;$&quot;#,##0.00_);[Red]\(&quot;$&quot;#,##0.00\)">
                  <c:v>440232</c:v>
                </c:pt>
                <c:pt idx="18" formatCode="&quot;$&quot;#,##0.00_);[Red]\(&quot;$&quot;#,##0.00\)">
                  <c:v>474096</c:v>
                </c:pt>
                <c:pt idx="19" formatCode="&quot;$&quot;#,##0.00_);[Red]\(&quot;$&quot;#,##0.00\)">
                  <c:v>507960</c:v>
                </c:pt>
                <c:pt idx="20" formatCode="&quot;$&quot;#,##0.00_);[Red]\(&quot;$&quot;#,##0.00\)">
                  <c:v>541824</c:v>
                </c:pt>
                <c:pt idx="21" formatCode="&quot;$&quot;#,##0.00_);[Red]\(&quot;$&quot;#,##0.00\)">
                  <c:v>575688</c:v>
                </c:pt>
                <c:pt idx="22" formatCode="&quot;$&quot;#,##0.00_);[Red]\(&quot;$&quot;#,##0.00\)">
                  <c:v>609552</c:v>
                </c:pt>
                <c:pt idx="23" formatCode="&quot;$&quot;#,##0.00_);[Red]\(&quot;$&quot;#,##0.00\)">
                  <c:v>643416</c:v>
                </c:pt>
                <c:pt idx="24" formatCode="&quot;$&quot;#,##0.00_);[Red]\(&quot;$&quot;#,##0.00\)">
                  <c:v>677280</c:v>
                </c:pt>
                <c:pt idx="25" formatCode="&quot;$&quot;#,##0.00_);[Red]\(&quot;$&quot;#,##0.00\)">
                  <c:v>711144</c:v>
                </c:pt>
                <c:pt idx="26" formatCode="&quot;$&quot;#,##0.00_);[Red]\(&quot;$&quot;#,##0.00\)">
                  <c:v>745008</c:v>
                </c:pt>
                <c:pt idx="27" formatCode="&quot;$&quot;#,##0.00_);[Red]\(&quot;$&quot;#,##0.00\)">
                  <c:v>778872</c:v>
                </c:pt>
                <c:pt idx="28" formatCode="&quot;$&quot;#,##0.00_);[Red]\(&quot;$&quot;#,##0.00\)">
                  <c:v>812736</c:v>
                </c:pt>
                <c:pt idx="29" formatCode="&quot;$&quot;#,##0.00_);[Red]\(&quot;$&quot;#,##0.00\)">
                  <c:v>846600</c:v>
                </c:pt>
                <c:pt idx="30" formatCode="&quot;$&quot;#,##0.00_);[Red]\(&quot;$&quot;#,##0.00\)">
                  <c:v>880464</c:v>
                </c:pt>
                <c:pt idx="31" formatCode="&quot;$&quot;#,##0.00_);[Red]\(&quot;$&quot;#,##0.00\)">
                  <c:v>914328</c:v>
                </c:pt>
                <c:pt idx="32" formatCode="&quot;$&quot;#,##0.00_);[Red]\(&quot;$&quot;#,##0.00\)">
                  <c:v>948192</c:v>
                </c:pt>
                <c:pt idx="33" formatCode="&quot;$&quot;#,##0.00_);[Red]\(&quot;$&quot;#,##0.00\)">
                  <c:v>982056</c:v>
                </c:pt>
                <c:pt idx="34" formatCode="&quot;$&quot;#,##0.00_);[Red]\(&quot;$&quot;#,##0.00\)">
                  <c:v>1015920</c:v>
                </c:pt>
                <c:pt idx="35" formatCode="&quot;$&quot;#,##0.00_);[Red]\(&quot;$&quot;#,##0.00\)">
                  <c:v>1049784</c:v>
                </c:pt>
                <c:pt idx="36" formatCode="&quot;$&quot;#,##0.00_);[Red]\(&quot;$&quot;#,##0.00\)">
                  <c:v>1083648</c:v>
                </c:pt>
                <c:pt idx="37" formatCode="&quot;$&quot;#,##0.00_);[Red]\(&quot;$&quot;#,##0.00\)">
                  <c:v>1117512</c:v>
                </c:pt>
                <c:pt idx="38" formatCode="&quot;$&quot;#,##0.00_);[Red]\(&quot;$&quot;#,##0.00\)">
                  <c:v>1151376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AA-4AAF-9F8A-55DFCBBB59D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70 total No Cola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Sheet1!$A$2:$A$40</c:f>
              <c:numCache>
                <c:formatCode>General</c:formatCode>
                <c:ptCount val="39"/>
                <c:pt idx="0">
                  <c:v>62</c:v>
                </c:pt>
                <c:pt idx="1">
                  <c:v>63</c:v>
                </c:pt>
                <c:pt idx="2">
                  <c:v>64</c:v>
                </c:pt>
                <c:pt idx="3">
                  <c:v>65</c:v>
                </c:pt>
                <c:pt idx="4">
                  <c:v>66</c:v>
                </c:pt>
                <c:pt idx="5">
                  <c:v>67</c:v>
                </c:pt>
                <c:pt idx="6">
                  <c:v>68</c:v>
                </c:pt>
                <c:pt idx="7">
                  <c:v>69</c:v>
                </c:pt>
                <c:pt idx="8">
                  <c:v>70</c:v>
                </c:pt>
                <c:pt idx="9">
                  <c:v>71</c:v>
                </c:pt>
                <c:pt idx="10">
                  <c:v>72</c:v>
                </c:pt>
                <c:pt idx="11">
                  <c:v>73</c:v>
                </c:pt>
                <c:pt idx="12">
                  <c:v>74</c:v>
                </c:pt>
                <c:pt idx="13">
                  <c:v>75</c:v>
                </c:pt>
                <c:pt idx="14">
                  <c:v>76</c:v>
                </c:pt>
                <c:pt idx="15">
                  <c:v>77</c:v>
                </c:pt>
                <c:pt idx="16">
                  <c:v>78</c:v>
                </c:pt>
                <c:pt idx="17">
                  <c:v>79</c:v>
                </c:pt>
                <c:pt idx="18">
                  <c:v>80</c:v>
                </c:pt>
                <c:pt idx="19">
                  <c:v>81</c:v>
                </c:pt>
                <c:pt idx="20">
                  <c:v>82</c:v>
                </c:pt>
                <c:pt idx="21">
                  <c:v>83</c:v>
                </c:pt>
                <c:pt idx="22">
                  <c:v>84</c:v>
                </c:pt>
                <c:pt idx="23">
                  <c:v>85</c:v>
                </c:pt>
                <c:pt idx="24">
                  <c:v>86</c:v>
                </c:pt>
                <c:pt idx="25">
                  <c:v>87</c:v>
                </c:pt>
                <c:pt idx="26">
                  <c:v>88</c:v>
                </c:pt>
                <c:pt idx="27">
                  <c:v>89</c:v>
                </c:pt>
                <c:pt idx="28">
                  <c:v>90</c:v>
                </c:pt>
                <c:pt idx="29">
                  <c:v>91</c:v>
                </c:pt>
                <c:pt idx="30">
                  <c:v>92</c:v>
                </c:pt>
                <c:pt idx="31">
                  <c:v>93</c:v>
                </c:pt>
                <c:pt idx="32">
                  <c:v>94</c:v>
                </c:pt>
                <c:pt idx="33">
                  <c:v>95</c:v>
                </c:pt>
                <c:pt idx="34">
                  <c:v>96</c:v>
                </c:pt>
                <c:pt idx="35">
                  <c:v>97</c:v>
                </c:pt>
                <c:pt idx="36">
                  <c:v>98</c:v>
                </c:pt>
                <c:pt idx="37">
                  <c:v>99</c:v>
                </c:pt>
                <c:pt idx="38">
                  <c:v>100</c:v>
                </c:pt>
              </c:numCache>
            </c:numRef>
          </c:cat>
          <c:val>
            <c:numRef>
              <c:f>Sheet1!$D$2:$D$40</c:f>
              <c:numCache>
                <c:formatCode>General</c:formatCode>
                <c:ptCount val="39"/>
                <c:pt idx="8" formatCode="&quot;$&quot;#,##0.00_);[Red]\(&quot;$&quot;#,##0.00\)">
                  <c:v>41991.360000000001</c:v>
                </c:pt>
                <c:pt idx="9" formatCode="&quot;$&quot;#,##0.00_);[Red]\(&quot;$&quot;#,##0.00\)">
                  <c:v>83982.720000000001</c:v>
                </c:pt>
                <c:pt idx="10" formatCode="&quot;$&quot;#,##0.00_);[Red]\(&quot;$&quot;#,##0.00\)">
                  <c:v>125974.08</c:v>
                </c:pt>
                <c:pt idx="11" formatCode="&quot;$&quot;#,##0.00_);[Red]\(&quot;$&quot;#,##0.00\)">
                  <c:v>167965.44</c:v>
                </c:pt>
                <c:pt idx="12" formatCode="&quot;$&quot;#,##0.00_);[Red]\(&quot;$&quot;#,##0.00\)">
                  <c:v>209956.8</c:v>
                </c:pt>
                <c:pt idx="13" formatCode="&quot;$&quot;#,##0.00_);[Red]\(&quot;$&quot;#,##0.00\)">
                  <c:v>251948.15999999997</c:v>
                </c:pt>
                <c:pt idx="14" formatCode="&quot;$&quot;#,##0.00_);[Red]\(&quot;$&quot;#,##0.00\)">
                  <c:v>293939.51999999996</c:v>
                </c:pt>
                <c:pt idx="15" formatCode="&quot;$&quot;#,##0.00_);[Red]\(&quot;$&quot;#,##0.00\)">
                  <c:v>335930.87999999995</c:v>
                </c:pt>
                <c:pt idx="16" formatCode="&quot;$&quot;#,##0.00_);[Red]\(&quot;$&quot;#,##0.00\)">
                  <c:v>377922.23999999993</c:v>
                </c:pt>
                <c:pt idx="17" formatCode="&quot;$&quot;#,##0.00_);[Red]\(&quot;$&quot;#,##0.00\)">
                  <c:v>419913.59999999992</c:v>
                </c:pt>
                <c:pt idx="18" formatCode="&quot;$&quot;#,##0.00_);[Red]\(&quot;$&quot;#,##0.00\)">
                  <c:v>461904.9599999999</c:v>
                </c:pt>
                <c:pt idx="19" formatCode="&quot;$&quot;#,##0.00_);[Red]\(&quot;$&quot;#,##0.00\)">
                  <c:v>503896.31999999989</c:v>
                </c:pt>
                <c:pt idx="20" formatCode="&quot;$&quot;#,##0.00_);[Red]\(&quot;$&quot;#,##0.00\)">
                  <c:v>545887.67999999993</c:v>
                </c:pt>
                <c:pt idx="21" formatCode="&quot;$&quot;#,##0.00_);[Red]\(&quot;$&quot;#,##0.00\)">
                  <c:v>587879.03999999992</c:v>
                </c:pt>
                <c:pt idx="22" formatCode="&quot;$&quot;#,##0.00_);[Red]\(&quot;$&quot;#,##0.00\)">
                  <c:v>629870.39999999991</c:v>
                </c:pt>
                <c:pt idx="23" formatCode="&quot;$&quot;#,##0.00_);[Red]\(&quot;$&quot;#,##0.00\)">
                  <c:v>671861.75999999989</c:v>
                </c:pt>
                <c:pt idx="24" formatCode="&quot;$&quot;#,##0.00_);[Red]\(&quot;$&quot;#,##0.00\)">
                  <c:v>713853.11999999988</c:v>
                </c:pt>
                <c:pt idx="25" formatCode="&quot;$&quot;#,##0.00_);[Red]\(&quot;$&quot;#,##0.00\)">
                  <c:v>755844.47999999986</c:v>
                </c:pt>
                <c:pt idx="26" formatCode="&quot;$&quot;#,##0.00_);[Red]\(&quot;$&quot;#,##0.00\)">
                  <c:v>797835.83999999985</c:v>
                </c:pt>
                <c:pt idx="27" formatCode="&quot;$&quot;#,##0.00_);[Red]\(&quot;$&quot;#,##0.00\)">
                  <c:v>839827.19999999984</c:v>
                </c:pt>
                <c:pt idx="28" formatCode="&quot;$&quot;#,##0.00_);[Red]\(&quot;$&quot;#,##0.00\)">
                  <c:v>881818.55999999982</c:v>
                </c:pt>
                <c:pt idx="29" formatCode="&quot;$&quot;#,##0.00_);[Red]\(&quot;$&quot;#,##0.00\)">
                  <c:v>923809.91999999981</c:v>
                </c:pt>
                <c:pt idx="30" formatCode="&quot;$&quot;#,##0.00_);[Red]\(&quot;$&quot;#,##0.00\)">
                  <c:v>965801.2799999998</c:v>
                </c:pt>
                <c:pt idx="31" formatCode="&quot;$&quot;#,##0.00_);[Red]\(&quot;$&quot;#,##0.00\)">
                  <c:v>1007792.6399999998</c:v>
                </c:pt>
                <c:pt idx="32" formatCode="&quot;$&quot;#,##0.00_);[Red]\(&quot;$&quot;#,##0.00\)">
                  <c:v>1049783.9999999998</c:v>
                </c:pt>
                <c:pt idx="33" formatCode="&quot;$&quot;#,##0.00_);[Red]\(&quot;$&quot;#,##0.00\)">
                  <c:v>1091775.3599999999</c:v>
                </c:pt>
                <c:pt idx="34" formatCode="&quot;$&quot;#,##0.00_);[Red]\(&quot;$&quot;#,##0.00\)">
                  <c:v>1133766.72</c:v>
                </c:pt>
                <c:pt idx="35" formatCode="&quot;$&quot;#,##0.00_);[Red]\(&quot;$&quot;#,##0.00\)">
                  <c:v>1175758.08</c:v>
                </c:pt>
                <c:pt idx="36" formatCode="&quot;$&quot;#,##0.00_);[Red]\(&quot;$&quot;#,##0.00\)">
                  <c:v>1217749.4400000002</c:v>
                </c:pt>
                <c:pt idx="37" formatCode="&quot;$&quot;#,##0.00_);[Red]\(&quot;$&quot;#,##0.00\)">
                  <c:v>1259740.8000000003</c:v>
                </c:pt>
                <c:pt idx="38" formatCode="&quot;$&quot;#,##0.00_);[Red]\(&quot;$&quot;#,##0.00\)">
                  <c:v>1301732.1600000004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FAA-4AAF-9F8A-55DFCBBB59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30280655"/>
        <c:axId val="830271055"/>
      </c:lineChart>
      <c:catAx>
        <c:axId val="8302806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dirty="0"/>
                  <a:t>Age</a:t>
                </a:r>
              </a:p>
            </c:rich>
          </c:tx>
          <c:layout>
            <c:manualLayout>
              <c:xMode val="edge"/>
              <c:yMode val="edge"/>
              <c:x val="0.53389916414508642"/>
              <c:y val="0.8824275297317826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0271055"/>
        <c:crosses val="autoZero"/>
        <c:auto val="1"/>
        <c:lblAlgn val="ctr"/>
        <c:lblOffset val="100"/>
        <c:noMultiLvlLbl val="0"/>
      </c:catAx>
      <c:valAx>
        <c:axId val="830271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dirty="0"/>
                  <a:t>Total</a:t>
                </a:r>
                <a:r>
                  <a:rPr lang="en-US" b="1" baseline="0" dirty="0"/>
                  <a:t> Dollars Paid </a:t>
                </a:r>
                <a:endParaRPr lang="en-US" b="1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0280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Monthly</a:t>
            </a:r>
            <a:r>
              <a:rPr lang="en-US" baseline="0" dirty="0"/>
              <a:t> benefit with 2.5% </a:t>
            </a:r>
            <a:r>
              <a:rPr lang="en-US" baseline="0" dirty="0" err="1"/>
              <a:t>CoLA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Monthy Benefit taken at 62 (Cola)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Sheet1!$A$2:$A$40</c:f>
              <c:numCache>
                <c:formatCode>General</c:formatCode>
                <c:ptCount val="39"/>
                <c:pt idx="0">
                  <c:v>62</c:v>
                </c:pt>
                <c:pt idx="1">
                  <c:v>63</c:v>
                </c:pt>
                <c:pt idx="2">
                  <c:v>64</c:v>
                </c:pt>
                <c:pt idx="3">
                  <c:v>65</c:v>
                </c:pt>
                <c:pt idx="4">
                  <c:v>66</c:v>
                </c:pt>
                <c:pt idx="5">
                  <c:v>67</c:v>
                </c:pt>
                <c:pt idx="6">
                  <c:v>68</c:v>
                </c:pt>
                <c:pt idx="7">
                  <c:v>69</c:v>
                </c:pt>
                <c:pt idx="8">
                  <c:v>70</c:v>
                </c:pt>
                <c:pt idx="9">
                  <c:v>71</c:v>
                </c:pt>
                <c:pt idx="10">
                  <c:v>72</c:v>
                </c:pt>
                <c:pt idx="11">
                  <c:v>73</c:v>
                </c:pt>
                <c:pt idx="12">
                  <c:v>74</c:v>
                </c:pt>
                <c:pt idx="13">
                  <c:v>75</c:v>
                </c:pt>
                <c:pt idx="14">
                  <c:v>76</c:v>
                </c:pt>
                <c:pt idx="15">
                  <c:v>77</c:v>
                </c:pt>
                <c:pt idx="16">
                  <c:v>78</c:v>
                </c:pt>
                <c:pt idx="17">
                  <c:v>79</c:v>
                </c:pt>
                <c:pt idx="18">
                  <c:v>80</c:v>
                </c:pt>
                <c:pt idx="19">
                  <c:v>81</c:v>
                </c:pt>
                <c:pt idx="20">
                  <c:v>82</c:v>
                </c:pt>
                <c:pt idx="21">
                  <c:v>83</c:v>
                </c:pt>
                <c:pt idx="22">
                  <c:v>84</c:v>
                </c:pt>
                <c:pt idx="23">
                  <c:v>85</c:v>
                </c:pt>
                <c:pt idx="24">
                  <c:v>86</c:v>
                </c:pt>
                <c:pt idx="25">
                  <c:v>87</c:v>
                </c:pt>
                <c:pt idx="26">
                  <c:v>88</c:v>
                </c:pt>
                <c:pt idx="27">
                  <c:v>89</c:v>
                </c:pt>
                <c:pt idx="28">
                  <c:v>90</c:v>
                </c:pt>
                <c:pt idx="29">
                  <c:v>91</c:v>
                </c:pt>
                <c:pt idx="30">
                  <c:v>92</c:v>
                </c:pt>
                <c:pt idx="31">
                  <c:v>93</c:v>
                </c:pt>
                <c:pt idx="32">
                  <c:v>94</c:v>
                </c:pt>
                <c:pt idx="33">
                  <c:v>95</c:v>
                </c:pt>
                <c:pt idx="34">
                  <c:v>96</c:v>
                </c:pt>
                <c:pt idx="35">
                  <c:v>97</c:v>
                </c:pt>
                <c:pt idx="36">
                  <c:v>98</c:v>
                </c:pt>
                <c:pt idx="37">
                  <c:v>99</c:v>
                </c:pt>
                <c:pt idx="38">
                  <c:v>100</c:v>
                </c:pt>
              </c:numCache>
            </c:numRef>
          </c:cat>
          <c:val>
            <c:numRef>
              <c:f>Sheet1!$B$2:$B$40</c:f>
              <c:numCache>
                <c:formatCode>"$"#,##0.00_);[Red]\("$"#,##0.00\)</c:formatCode>
                <c:ptCount val="39"/>
                <c:pt idx="0">
                  <c:v>1975.3999999999999</c:v>
                </c:pt>
                <c:pt idx="1">
                  <c:v>2024.7849999999996</c:v>
                </c:pt>
                <c:pt idx="2">
                  <c:v>2075.4046249999992</c:v>
                </c:pt>
                <c:pt idx="3">
                  <c:v>2127.289740624999</c:v>
                </c:pt>
                <c:pt idx="4">
                  <c:v>2180.4719841406236</c:v>
                </c:pt>
                <c:pt idx="5">
                  <c:v>2234.9837837441391</c:v>
                </c:pt>
                <c:pt idx="6">
                  <c:v>2290.8583783377426</c:v>
                </c:pt>
                <c:pt idx="7">
                  <c:v>2348.1298377961862</c:v>
                </c:pt>
                <c:pt idx="8">
                  <c:v>2406.8330837410908</c:v>
                </c:pt>
                <c:pt idx="9">
                  <c:v>2467.0039108346177</c:v>
                </c:pt>
                <c:pt idx="10">
                  <c:v>2528.679008605483</c:v>
                </c:pt>
                <c:pt idx="11">
                  <c:v>2591.8959838206197</c:v>
                </c:pt>
                <c:pt idx="12">
                  <c:v>2656.693383416135</c:v>
                </c:pt>
                <c:pt idx="13">
                  <c:v>2723.1107180015383</c:v>
                </c:pt>
                <c:pt idx="14">
                  <c:v>2791.1884859515767</c:v>
                </c:pt>
                <c:pt idx="15">
                  <c:v>2860.968198100366</c:v>
                </c:pt>
                <c:pt idx="16">
                  <c:v>2932.492403052875</c:v>
                </c:pt>
                <c:pt idx="17">
                  <c:v>3005.8047131291964</c:v>
                </c:pt>
                <c:pt idx="18">
                  <c:v>3080.949830957426</c:v>
                </c:pt>
                <c:pt idx="19">
                  <c:v>3157.9735767313614</c:v>
                </c:pt>
                <c:pt idx="20">
                  <c:v>3236.9229161496451</c:v>
                </c:pt>
                <c:pt idx="21">
                  <c:v>3317.8459890533859</c:v>
                </c:pt>
                <c:pt idx="22">
                  <c:v>3400.7921387797201</c:v>
                </c:pt>
                <c:pt idx="23">
                  <c:v>3485.8119422492127</c:v>
                </c:pt>
                <c:pt idx="24">
                  <c:v>3572.9572408054428</c:v>
                </c:pt>
                <c:pt idx="25">
                  <c:v>3662.2811718255784</c:v>
                </c:pt>
                <c:pt idx="26">
                  <c:v>3753.8382011212175</c:v>
                </c:pt>
                <c:pt idx="27">
                  <c:v>3847.6841561492474</c:v>
                </c:pt>
                <c:pt idx="28">
                  <c:v>3943.8762600529781</c:v>
                </c:pt>
                <c:pt idx="29">
                  <c:v>4042.4731665543022</c:v>
                </c:pt>
                <c:pt idx="30">
                  <c:v>4143.5349957181597</c:v>
                </c:pt>
                <c:pt idx="31">
                  <c:v>4247.1233706111134</c:v>
                </c:pt>
                <c:pt idx="32">
                  <c:v>4353.3014548763913</c:v>
                </c:pt>
                <c:pt idx="33">
                  <c:v>4462.1339912483008</c:v>
                </c:pt>
                <c:pt idx="34">
                  <c:v>4573.6873410295084</c:v>
                </c:pt>
                <c:pt idx="35">
                  <c:v>4688.0295245552461</c:v>
                </c:pt>
                <c:pt idx="36">
                  <c:v>4805.2302626691271</c:v>
                </c:pt>
                <c:pt idx="37">
                  <c:v>4925.3610192358547</c:v>
                </c:pt>
                <c:pt idx="38">
                  <c:v>5048.4950447167503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AC-4B1C-90E1-61D87D300C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Benefit taken at 67 (cola)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Sheet1!$A$2:$A$40</c:f>
              <c:numCache>
                <c:formatCode>General</c:formatCode>
                <c:ptCount val="39"/>
                <c:pt idx="0">
                  <c:v>62</c:v>
                </c:pt>
                <c:pt idx="1">
                  <c:v>63</c:v>
                </c:pt>
                <c:pt idx="2">
                  <c:v>64</c:v>
                </c:pt>
                <c:pt idx="3">
                  <c:v>65</c:v>
                </c:pt>
                <c:pt idx="4">
                  <c:v>66</c:v>
                </c:pt>
                <c:pt idx="5">
                  <c:v>67</c:v>
                </c:pt>
                <c:pt idx="6">
                  <c:v>68</c:v>
                </c:pt>
                <c:pt idx="7">
                  <c:v>69</c:v>
                </c:pt>
                <c:pt idx="8">
                  <c:v>70</c:v>
                </c:pt>
                <c:pt idx="9">
                  <c:v>71</c:v>
                </c:pt>
                <c:pt idx="10">
                  <c:v>72</c:v>
                </c:pt>
                <c:pt idx="11">
                  <c:v>73</c:v>
                </c:pt>
                <c:pt idx="12">
                  <c:v>74</c:v>
                </c:pt>
                <c:pt idx="13">
                  <c:v>75</c:v>
                </c:pt>
                <c:pt idx="14">
                  <c:v>76</c:v>
                </c:pt>
                <c:pt idx="15">
                  <c:v>77</c:v>
                </c:pt>
                <c:pt idx="16">
                  <c:v>78</c:v>
                </c:pt>
                <c:pt idx="17">
                  <c:v>79</c:v>
                </c:pt>
                <c:pt idx="18">
                  <c:v>80</c:v>
                </c:pt>
                <c:pt idx="19">
                  <c:v>81</c:v>
                </c:pt>
                <c:pt idx="20">
                  <c:v>82</c:v>
                </c:pt>
                <c:pt idx="21">
                  <c:v>83</c:v>
                </c:pt>
                <c:pt idx="22">
                  <c:v>84</c:v>
                </c:pt>
                <c:pt idx="23">
                  <c:v>85</c:v>
                </c:pt>
                <c:pt idx="24">
                  <c:v>86</c:v>
                </c:pt>
                <c:pt idx="25">
                  <c:v>87</c:v>
                </c:pt>
                <c:pt idx="26">
                  <c:v>88</c:v>
                </c:pt>
                <c:pt idx="27">
                  <c:v>89</c:v>
                </c:pt>
                <c:pt idx="28">
                  <c:v>90</c:v>
                </c:pt>
                <c:pt idx="29">
                  <c:v>91</c:v>
                </c:pt>
                <c:pt idx="30">
                  <c:v>92</c:v>
                </c:pt>
                <c:pt idx="31">
                  <c:v>93</c:v>
                </c:pt>
                <c:pt idx="32">
                  <c:v>94</c:v>
                </c:pt>
                <c:pt idx="33">
                  <c:v>95</c:v>
                </c:pt>
                <c:pt idx="34">
                  <c:v>96</c:v>
                </c:pt>
                <c:pt idx="35">
                  <c:v>97</c:v>
                </c:pt>
                <c:pt idx="36">
                  <c:v>98</c:v>
                </c:pt>
                <c:pt idx="37">
                  <c:v>99</c:v>
                </c:pt>
                <c:pt idx="38">
                  <c:v>100</c:v>
                </c:pt>
              </c:numCache>
            </c:numRef>
          </c:cat>
          <c:val>
            <c:numRef>
              <c:f>Sheet1!$C$2:$C$40</c:f>
              <c:numCache>
                <c:formatCode>General</c:formatCode>
                <c:ptCount val="39"/>
                <c:pt idx="5" formatCode="&quot;$&quot;#,##0.00_);[Red]\(&quot;$&quot;#,##0.00\)">
                  <c:v>2822</c:v>
                </c:pt>
                <c:pt idx="6" formatCode="&quot;$&quot;#,##0.00_);[Red]\(&quot;$&quot;#,##0.00\)">
                  <c:v>2892.5499999999997</c:v>
                </c:pt>
                <c:pt idx="7" formatCode="&quot;$&quot;#,##0.00_);[Red]\(&quot;$&quot;#,##0.00\)">
                  <c:v>2964.8637499999995</c:v>
                </c:pt>
                <c:pt idx="8" formatCode="&quot;$&quot;#,##0.00_);[Red]\(&quot;$&quot;#,##0.00\)">
                  <c:v>3038.9853437499992</c:v>
                </c:pt>
                <c:pt idx="9" formatCode="&quot;$&quot;#,##0.00_);[Red]\(&quot;$&quot;#,##0.00\)">
                  <c:v>3114.959977343749</c:v>
                </c:pt>
                <c:pt idx="10" formatCode="&quot;$&quot;#,##0.00_);[Red]\(&quot;$&quot;#,##0.00\)">
                  <c:v>3192.8339767773423</c:v>
                </c:pt>
                <c:pt idx="11" formatCode="&quot;$&quot;#,##0.00_);[Red]\(&quot;$&quot;#,##0.00\)">
                  <c:v>3272.6548261967755</c:v>
                </c:pt>
                <c:pt idx="12" formatCode="&quot;$&quot;#,##0.00_);[Red]\(&quot;$&quot;#,##0.00\)">
                  <c:v>3354.4711968516945</c:v>
                </c:pt>
                <c:pt idx="13" formatCode="&quot;$&quot;#,##0.00_);[Red]\(&quot;$&quot;#,##0.00\)">
                  <c:v>3438.3329767729865</c:v>
                </c:pt>
                <c:pt idx="14" formatCode="&quot;$&quot;#,##0.00_);[Red]\(&quot;$&quot;#,##0.00\)">
                  <c:v>3524.291301192311</c:v>
                </c:pt>
                <c:pt idx="15" formatCode="&quot;$&quot;#,##0.00_);[Red]\(&quot;$&quot;#,##0.00\)">
                  <c:v>3612.3985837221185</c:v>
                </c:pt>
                <c:pt idx="16" formatCode="&quot;$&quot;#,##0.00_);[Red]\(&quot;$&quot;#,##0.00\)">
                  <c:v>3702.7085483151709</c:v>
                </c:pt>
                <c:pt idx="17" formatCode="&quot;$&quot;#,##0.00_);[Red]\(&quot;$&quot;#,##0.00\)">
                  <c:v>3795.2762620230496</c:v>
                </c:pt>
                <c:pt idx="18" formatCode="&quot;$&quot;#,##0.00_);[Red]\(&quot;$&quot;#,##0.00\)">
                  <c:v>3890.1581685736255</c:v>
                </c:pt>
                <c:pt idx="19" formatCode="&quot;$&quot;#,##0.00_);[Red]\(&quot;$&quot;#,##0.00\)">
                  <c:v>3987.4121227879659</c:v>
                </c:pt>
                <c:pt idx="20" formatCode="&quot;$&quot;#,##0.00_);[Red]\(&quot;$&quot;#,##0.00\)">
                  <c:v>4087.0974258576648</c:v>
                </c:pt>
                <c:pt idx="21" formatCode="&quot;$&quot;#,##0.00_);[Red]\(&quot;$&quot;#,##0.00\)">
                  <c:v>4189.2748615041064</c:v>
                </c:pt>
                <c:pt idx="22" formatCode="&quot;$&quot;#,##0.00_);[Red]\(&quot;$&quot;#,##0.00\)">
                  <c:v>4294.0067330417087</c:v>
                </c:pt>
                <c:pt idx="23" formatCode="&quot;$&quot;#,##0.00_);[Red]\(&quot;$&quot;#,##0.00\)">
                  <c:v>4401.3569013677507</c:v>
                </c:pt>
                <c:pt idx="24" formatCode="&quot;$&quot;#,##0.00_);[Red]\(&quot;$&quot;#,##0.00\)">
                  <c:v>4511.3908239019438</c:v>
                </c:pt>
                <c:pt idx="25" formatCode="&quot;$&quot;#,##0.00_);[Red]\(&quot;$&quot;#,##0.00\)">
                  <c:v>4624.175594499492</c:v>
                </c:pt>
                <c:pt idx="26" formatCode="&quot;$&quot;#,##0.00_);[Red]\(&quot;$&quot;#,##0.00\)">
                  <c:v>4739.7799843619787</c:v>
                </c:pt>
                <c:pt idx="27" formatCode="&quot;$&quot;#,##0.00_);[Red]\(&quot;$&quot;#,##0.00\)">
                  <c:v>4858.2744839710276</c:v>
                </c:pt>
                <c:pt idx="28" formatCode="&quot;$&quot;#,##0.00_);[Red]\(&quot;$&quot;#,##0.00\)">
                  <c:v>4979.7313460703026</c:v>
                </c:pt>
                <c:pt idx="29" formatCode="&quot;$&quot;#,##0.00_);[Red]\(&quot;$&quot;#,##0.00\)">
                  <c:v>5104.2246297220599</c:v>
                </c:pt>
                <c:pt idx="30" formatCode="&quot;$&quot;#,##0.00_);[Red]\(&quot;$&quot;#,##0.00\)">
                  <c:v>5231.8302454651111</c:v>
                </c:pt>
                <c:pt idx="31" formatCode="&quot;$&quot;#,##0.00_);[Red]\(&quot;$&quot;#,##0.00\)">
                  <c:v>5362.6260016017386</c:v>
                </c:pt>
                <c:pt idx="32" formatCode="&quot;$&quot;#,##0.00_);[Red]\(&quot;$&quot;#,##0.00\)">
                  <c:v>5496.6916516417814</c:v>
                </c:pt>
                <c:pt idx="33" formatCode="&quot;$&quot;#,##0.00_);[Red]\(&quot;$&quot;#,##0.00\)">
                  <c:v>5634.1089429328258</c:v>
                </c:pt>
                <c:pt idx="34" formatCode="&quot;$&quot;#,##0.00_);[Red]\(&quot;$&quot;#,##0.00\)">
                  <c:v>5774.9616665061458</c:v>
                </c:pt>
                <c:pt idx="35" formatCode="&quot;$&quot;#,##0.00_);[Red]\(&quot;$&quot;#,##0.00\)">
                  <c:v>5919.3357081687991</c:v>
                </c:pt>
                <c:pt idx="36" formatCode="&quot;$&quot;#,##0.00_);[Red]\(&quot;$&quot;#,##0.00\)">
                  <c:v>6067.3191008730182</c:v>
                </c:pt>
                <c:pt idx="37" formatCode="&quot;$&quot;#,##0.00_);[Red]\(&quot;$&quot;#,##0.00\)">
                  <c:v>6219.002078394843</c:v>
                </c:pt>
                <c:pt idx="38" formatCode="&quot;$&quot;#,##0.00_);[Red]\(&quot;$&quot;#,##0.00\)">
                  <c:v>6374.4771303547132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AC-4B1C-90E1-61D87D300C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Monthly Benefit taken at 70 (cola)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Sheet1!$A$2:$A$40</c:f>
              <c:numCache>
                <c:formatCode>General</c:formatCode>
                <c:ptCount val="39"/>
                <c:pt idx="0">
                  <c:v>62</c:v>
                </c:pt>
                <c:pt idx="1">
                  <c:v>63</c:v>
                </c:pt>
                <c:pt idx="2">
                  <c:v>64</c:v>
                </c:pt>
                <c:pt idx="3">
                  <c:v>65</c:v>
                </c:pt>
                <c:pt idx="4">
                  <c:v>66</c:v>
                </c:pt>
                <c:pt idx="5">
                  <c:v>67</c:v>
                </c:pt>
                <c:pt idx="6">
                  <c:v>68</c:v>
                </c:pt>
                <c:pt idx="7">
                  <c:v>69</c:v>
                </c:pt>
                <c:pt idx="8">
                  <c:v>70</c:v>
                </c:pt>
                <c:pt idx="9">
                  <c:v>71</c:v>
                </c:pt>
                <c:pt idx="10">
                  <c:v>72</c:v>
                </c:pt>
                <c:pt idx="11">
                  <c:v>73</c:v>
                </c:pt>
                <c:pt idx="12">
                  <c:v>74</c:v>
                </c:pt>
                <c:pt idx="13">
                  <c:v>75</c:v>
                </c:pt>
                <c:pt idx="14">
                  <c:v>76</c:v>
                </c:pt>
                <c:pt idx="15">
                  <c:v>77</c:v>
                </c:pt>
                <c:pt idx="16">
                  <c:v>78</c:v>
                </c:pt>
                <c:pt idx="17">
                  <c:v>79</c:v>
                </c:pt>
                <c:pt idx="18">
                  <c:v>80</c:v>
                </c:pt>
                <c:pt idx="19">
                  <c:v>81</c:v>
                </c:pt>
                <c:pt idx="20">
                  <c:v>82</c:v>
                </c:pt>
                <c:pt idx="21">
                  <c:v>83</c:v>
                </c:pt>
                <c:pt idx="22">
                  <c:v>84</c:v>
                </c:pt>
                <c:pt idx="23">
                  <c:v>85</c:v>
                </c:pt>
                <c:pt idx="24">
                  <c:v>86</c:v>
                </c:pt>
                <c:pt idx="25">
                  <c:v>87</c:v>
                </c:pt>
                <c:pt idx="26">
                  <c:v>88</c:v>
                </c:pt>
                <c:pt idx="27">
                  <c:v>89</c:v>
                </c:pt>
                <c:pt idx="28">
                  <c:v>90</c:v>
                </c:pt>
                <c:pt idx="29">
                  <c:v>91</c:v>
                </c:pt>
                <c:pt idx="30">
                  <c:v>92</c:v>
                </c:pt>
                <c:pt idx="31">
                  <c:v>93</c:v>
                </c:pt>
                <c:pt idx="32">
                  <c:v>94</c:v>
                </c:pt>
                <c:pt idx="33">
                  <c:v>95</c:v>
                </c:pt>
                <c:pt idx="34">
                  <c:v>96</c:v>
                </c:pt>
                <c:pt idx="35">
                  <c:v>97</c:v>
                </c:pt>
                <c:pt idx="36">
                  <c:v>98</c:v>
                </c:pt>
                <c:pt idx="37">
                  <c:v>99</c:v>
                </c:pt>
                <c:pt idx="38">
                  <c:v>100</c:v>
                </c:pt>
              </c:numCache>
            </c:numRef>
          </c:cat>
          <c:val>
            <c:numRef>
              <c:f>Sheet1!$D$2:$D$40</c:f>
              <c:numCache>
                <c:formatCode>General</c:formatCode>
                <c:ptCount val="39"/>
                <c:pt idx="8" formatCode="&quot;$&quot;#,##0.00_);[Red]\(&quot;$&quot;#,##0.00\)">
                  <c:v>3499.28</c:v>
                </c:pt>
                <c:pt idx="9" formatCode="&quot;$&quot;#,##0.00_);[Red]\(&quot;$&quot;#,##0.00\)">
                  <c:v>3586.7619999999997</c:v>
                </c:pt>
                <c:pt idx="10" formatCode="&quot;$&quot;#,##0.00_);[Red]\(&quot;$&quot;#,##0.00\)">
                  <c:v>3676.4310499999992</c:v>
                </c:pt>
                <c:pt idx="11" formatCode="&quot;$&quot;#,##0.00_);[Red]\(&quot;$&quot;#,##0.00\)">
                  <c:v>3768.341826249999</c:v>
                </c:pt>
                <c:pt idx="12" formatCode="&quot;$&quot;#,##0.00_);[Red]\(&quot;$&quot;#,##0.00\)">
                  <c:v>3862.5503719062485</c:v>
                </c:pt>
                <c:pt idx="13" formatCode="&quot;$&quot;#,##0.00_);[Red]\(&quot;$&quot;#,##0.00\)">
                  <c:v>3959.1141312039044</c:v>
                </c:pt>
                <c:pt idx="14" formatCode="&quot;$&quot;#,##0.00_);[Red]\(&quot;$&quot;#,##0.00\)">
                  <c:v>4058.0919844840018</c:v>
                </c:pt>
                <c:pt idx="15" formatCode="&quot;$&quot;#,##0.00_);[Red]\(&quot;$&quot;#,##0.00\)">
                  <c:v>4159.5442840961014</c:v>
                </c:pt>
                <c:pt idx="16" formatCode="&quot;$&quot;#,##0.00_);[Red]\(&quot;$&quot;#,##0.00\)">
                  <c:v>4263.5328911985034</c:v>
                </c:pt>
                <c:pt idx="17" formatCode="&quot;$&quot;#,##0.00_);[Red]\(&quot;$&quot;#,##0.00\)">
                  <c:v>4370.1212134784655</c:v>
                </c:pt>
                <c:pt idx="18" formatCode="&quot;$&quot;#,##0.00_);[Red]\(&quot;$&quot;#,##0.00\)">
                  <c:v>4479.3742438154268</c:v>
                </c:pt>
                <c:pt idx="19" formatCode="&quot;$&quot;#,##0.00_);[Red]\(&quot;$&quot;#,##0.00\)">
                  <c:v>4591.3585999108118</c:v>
                </c:pt>
                <c:pt idx="20" formatCode="&quot;$&quot;#,##0.00_);[Red]\(&quot;$&quot;#,##0.00\)">
                  <c:v>4706.1425649085813</c:v>
                </c:pt>
                <c:pt idx="21" formatCode="&quot;$&quot;#,##0.00_);[Red]\(&quot;$&quot;#,##0.00\)">
                  <c:v>4823.7961290312951</c:v>
                </c:pt>
                <c:pt idx="22" formatCode="&quot;$&quot;#,##0.00_);[Red]\(&quot;$&quot;#,##0.00\)">
                  <c:v>4944.3910322570773</c:v>
                </c:pt>
                <c:pt idx="23" formatCode="&quot;$&quot;#,##0.00_);[Red]\(&quot;$&quot;#,##0.00\)">
                  <c:v>5068.0008080635034</c:v>
                </c:pt>
                <c:pt idx="24" formatCode="&quot;$&quot;#,##0.00_);[Red]\(&quot;$&quot;#,##0.00\)">
                  <c:v>5194.7008282650904</c:v>
                </c:pt>
                <c:pt idx="25" formatCode="&quot;$&quot;#,##0.00_);[Red]\(&quot;$&quot;#,##0.00\)">
                  <c:v>5324.5683489717176</c:v>
                </c:pt>
                <c:pt idx="26" formatCode="&quot;$&quot;#,##0.00_);[Red]\(&quot;$&quot;#,##0.00\)">
                  <c:v>5457.68255769601</c:v>
                </c:pt>
                <c:pt idx="27" formatCode="&quot;$&quot;#,##0.00_);[Red]\(&quot;$&quot;#,##0.00\)">
                  <c:v>5594.1246216384097</c:v>
                </c:pt>
                <c:pt idx="28" formatCode="&quot;$&quot;#,##0.00_);[Red]\(&quot;$&quot;#,##0.00\)">
                  <c:v>5733.9777371793698</c:v>
                </c:pt>
                <c:pt idx="29" formatCode="&quot;$&quot;#,##0.00_);[Red]\(&quot;$&quot;#,##0.00\)">
                  <c:v>5877.3271806088533</c:v>
                </c:pt>
                <c:pt idx="30" formatCode="&quot;$&quot;#,##0.00_);[Red]\(&quot;$&quot;#,##0.00\)">
                  <c:v>6024.2603601240744</c:v>
                </c:pt>
                <c:pt idx="31" formatCode="&quot;$&quot;#,##0.00_);[Red]\(&quot;$&quot;#,##0.00\)">
                  <c:v>6174.866869127176</c:v>
                </c:pt>
                <c:pt idx="32" formatCode="&quot;$&quot;#,##0.00_);[Red]\(&quot;$&quot;#,##0.00\)">
                  <c:v>6329.2385408553546</c:v>
                </c:pt>
                <c:pt idx="33" formatCode="&quot;$&quot;#,##0.00_);[Red]\(&quot;$&quot;#,##0.00\)">
                  <c:v>6487.4695043767379</c:v>
                </c:pt>
                <c:pt idx="34" formatCode="&quot;$&quot;#,##0.00_);[Red]\(&quot;$&quot;#,##0.00\)">
                  <c:v>6649.6562419861557</c:v>
                </c:pt>
                <c:pt idx="35" formatCode="&quot;$&quot;#,##0.00_);[Red]\(&quot;$&quot;#,##0.00\)">
                  <c:v>6815.8976480358087</c:v>
                </c:pt>
                <c:pt idx="36" formatCode="&quot;$&quot;#,##0.00_);[Red]\(&quot;$&quot;#,##0.00\)">
                  <c:v>6986.2950892367035</c:v>
                </c:pt>
                <c:pt idx="37" formatCode="&quot;$&quot;#,##0.00_);[Red]\(&quot;$&quot;#,##0.00\)">
                  <c:v>7160.9524664676201</c:v>
                </c:pt>
                <c:pt idx="38" formatCode="&quot;$&quot;#,##0.00_);[Red]\(&quot;$&quot;#,##0.00\)">
                  <c:v>7339.9762781293102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FAC-4B1C-90E1-61D87D300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3460799"/>
        <c:axId val="1303453119"/>
      </c:lineChart>
      <c:catAx>
        <c:axId val="13034607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453119"/>
        <c:crosses val="autoZero"/>
        <c:auto val="1"/>
        <c:lblAlgn val="ctr"/>
        <c:lblOffset val="100"/>
        <c:noMultiLvlLbl val="0"/>
      </c:catAx>
      <c:valAx>
        <c:axId val="1303453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460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Received Totals</a:t>
            </a:r>
            <a:r>
              <a:rPr lang="en-US" baseline="0" dirty="0"/>
              <a:t> with </a:t>
            </a:r>
            <a:r>
              <a:rPr lang="en-US" baseline="0" dirty="0" err="1"/>
              <a:t>CoLA</a:t>
            </a:r>
            <a:r>
              <a:rPr lang="en-US" baseline="0" dirty="0"/>
              <a:t> of 2.5%, Rate or Return =0.0 ( TVM)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62 total in todays $'s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Sheet1!$A$2:$A$40</c:f>
              <c:numCache>
                <c:formatCode>General</c:formatCode>
                <c:ptCount val="39"/>
                <c:pt idx="0">
                  <c:v>62</c:v>
                </c:pt>
                <c:pt idx="1">
                  <c:v>63</c:v>
                </c:pt>
                <c:pt idx="2">
                  <c:v>64</c:v>
                </c:pt>
                <c:pt idx="3">
                  <c:v>65</c:v>
                </c:pt>
                <c:pt idx="4">
                  <c:v>66</c:v>
                </c:pt>
                <c:pt idx="5">
                  <c:v>67</c:v>
                </c:pt>
                <c:pt idx="6">
                  <c:v>68</c:v>
                </c:pt>
                <c:pt idx="7">
                  <c:v>69</c:v>
                </c:pt>
                <c:pt idx="8">
                  <c:v>70</c:v>
                </c:pt>
                <c:pt idx="9">
                  <c:v>71</c:v>
                </c:pt>
                <c:pt idx="10">
                  <c:v>72</c:v>
                </c:pt>
                <c:pt idx="11">
                  <c:v>73</c:v>
                </c:pt>
                <c:pt idx="12">
                  <c:v>74</c:v>
                </c:pt>
                <c:pt idx="13">
                  <c:v>75</c:v>
                </c:pt>
                <c:pt idx="14">
                  <c:v>76</c:v>
                </c:pt>
                <c:pt idx="15">
                  <c:v>77</c:v>
                </c:pt>
                <c:pt idx="16">
                  <c:v>78</c:v>
                </c:pt>
                <c:pt idx="17">
                  <c:v>79</c:v>
                </c:pt>
                <c:pt idx="18">
                  <c:v>80</c:v>
                </c:pt>
                <c:pt idx="19">
                  <c:v>81</c:v>
                </c:pt>
                <c:pt idx="20">
                  <c:v>82</c:v>
                </c:pt>
                <c:pt idx="21">
                  <c:v>83</c:v>
                </c:pt>
                <c:pt idx="22">
                  <c:v>84</c:v>
                </c:pt>
                <c:pt idx="23">
                  <c:v>85</c:v>
                </c:pt>
                <c:pt idx="24">
                  <c:v>86</c:v>
                </c:pt>
                <c:pt idx="25">
                  <c:v>87</c:v>
                </c:pt>
                <c:pt idx="26">
                  <c:v>88</c:v>
                </c:pt>
                <c:pt idx="27">
                  <c:v>89</c:v>
                </c:pt>
                <c:pt idx="28">
                  <c:v>90</c:v>
                </c:pt>
                <c:pt idx="29">
                  <c:v>91</c:v>
                </c:pt>
                <c:pt idx="30">
                  <c:v>92</c:v>
                </c:pt>
                <c:pt idx="31">
                  <c:v>93</c:v>
                </c:pt>
                <c:pt idx="32">
                  <c:v>94</c:v>
                </c:pt>
                <c:pt idx="33">
                  <c:v>95</c:v>
                </c:pt>
                <c:pt idx="34">
                  <c:v>96</c:v>
                </c:pt>
                <c:pt idx="35">
                  <c:v>97</c:v>
                </c:pt>
                <c:pt idx="36">
                  <c:v>98</c:v>
                </c:pt>
                <c:pt idx="37">
                  <c:v>99</c:v>
                </c:pt>
                <c:pt idx="38">
                  <c:v>100</c:v>
                </c:pt>
              </c:numCache>
            </c:numRef>
          </c:cat>
          <c:val>
            <c:numRef>
              <c:f>Sheet1!$B$2:$B$40</c:f>
              <c:numCache>
                <c:formatCode>"$"#,##0.00_);[Red]\("$"#,##0.00\)</c:formatCode>
                <c:ptCount val="39"/>
                <c:pt idx="0">
                  <c:v>23704.799999999999</c:v>
                </c:pt>
                <c:pt idx="1">
                  <c:v>46831.434146341468</c:v>
                </c:pt>
                <c:pt idx="2">
                  <c:v>69394.004045211201</c:v>
                </c:pt>
                <c:pt idx="3">
                  <c:v>91406.267361181657</c:v>
                </c:pt>
                <c:pt idx="4">
                  <c:v>112881.6462060309</c:v>
                </c:pt>
                <c:pt idx="5">
                  <c:v>133833.23532295699</c:v>
                </c:pt>
                <c:pt idx="6">
                  <c:v>154273.81007117758</c:v>
                </c:pt>
                <c:pt idx="7">
                  <c:v>174215.83421578299</c:v>
                </c:pt>
                <c:pt idx="8">
                  <c:v>193671.46752759319</c:v>
                </c:pt>
                <c:pt idx="9">
                  <c:v>212652.57319765192</c:v>
                </c:pt>
                <c:pt idx="10">
                  <c:v>231170.72507087991</c:v>
                </c:pt>
                <c:pt idx="11">
                  <c:v>249237.21470329748</c:v>
                </c:pt>
                <c:pt idx="12">
                  <c:v>266863.05824711954</c:v>
                </c:pt>
                <c:pt idx="13">
                  <c:v>284059.0031679215</c:v>
                </c:pt>
                <c:pt idx="14">
                  <c:v>300835.53479797224</c:v>
                </c:pt>
                <c:pt idx="15">
                  <c:v>317202.882729729</c:v>
                </c:pt>
                <c:pt idx="16">
                  <c:v>333171.02705339418</c:v>
                </c:pt>
                <c:pt idx="17">
                  <c:v>348749.70444233582</c:v>
                </c:pt>
                <c:pt idx="18">
                  <c:v>363948.41409008368</c:v>
                </c:pt>
                <c:pt idx="19">
                  <c:v>378776.42350252072</c:v>
                </c:pt>
                <c:pt idx="20">
                  <c:v>393242.77414880082</c:v>
                </c:pt>
                <c:pt idx="21">
                  <c:v>407356.28697443986</c:v>
                </c:pt>
                <c:pt idx="22">
                  <c:v>421125.56777994137</c:v>
                </c:pt>
                <c:pt idx="23">
                  <c:v>434559.01246823545</c:v>
                </c:pt>
                <c:pt idx="24">
                  <c:v>447664.81216413219</c:v>
                </c:pt>
                <c:pt idx="25">
                  <c:v>460450.95820890961</c:v>
                </c:pt>
                <c:pt idx="26">
                  <c:v>472925.24703308259</c:v>
                </c:pt>
                <c:pt idx="27">
                  <c:v>485095.2849103245</c:v>
                </c:pt>
                <c:pt idx="28">
                  <c:v>496968.49259543861</c:v>
                </c:pt>
                <c:pt idx="29">
                  <c:v>508552.10984920838</c:v>
                </c:pt>
                <c:pt idx="30">
                  <c:v>519853.19985288632</c:v>
                </c:pt>
                <c:pt idx="31">
                  <c:v>530878.65351501096</c:v>
                </c:pt>
                <c:pt idx="32">
                  <c:v>541635.19367318158</c:v>
                </c:pt>
                <c:pt idx="33">
                  <c:v>552129.37919334788</c:v>
                </c:pt>
                <c:pt idx="34">
                  <c:v>562367.60896911996</c:v>
                </c:pt>
                <c:pt idx="35">
                  <c:v>572356.12582353165</c:v>
                </c:pt>
                <c:pt idx="36">
                  <c:v>582101.02031564061</c:v>
                </c:pt>
                <c:pt idx="37">
                  <c:v>591608.23445428361</c:v>
                </c:pt>
                <c:pt idx="38">
                  <c:v>600883.56532125256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C0-423B-8608-E97FEEA6C2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67 total in  todays $'s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Sheet1!$A$2:$A$40</c:f>
              <c:numCache>
                <c:formatCode>General</c:formatCode>
                <c:ptCount val="39"/>
                <c:pt idx="0">
                  <c:v>62</c:v>
                </c:pt>
                <c:pt idx="1">
                  <c:v>63</c:v>
                </c:pt>
                <c:pt idx="2">
                  <c:v>64</c:v>
                </c:pt>
                <c:pt idx="3">
                  <c:v>65</c:v>
                </c:pt>
                <c:pt idx="4">
                  <c:v>66</c:v>
                </c:pt>
                <c:pt idx="5">
                  <c:v>67</c:v>
                </c:pt>
                <c:pt idx="6">
                  <c:v>68</c:v>
                </c:pt>
                <c:pt idx="7">
                  <c:v>69</c:v>
                </c:pt>
                <c:pt idx="8">
                  <c:v>70</c:v>
                </c:pt>
                <c:pt idx="9">
                  <c:v>71</c:v>
                </c:pt>
                <c:pt idx="10">
                  <c:v>72</c:v>
                </c:pt>
                <c:pt idx="11">
                  <c:v>73</c:v>
                </c:pt>
                <c:pt idx="12">
                  <c:v>74</c:v>
                </c:pt>
                <c:pt idx="13">
                  <c:v>75</c:v>
                </c:pt>
                <c:pt idx="14">
                  <c:v>76</c:v>
                </c:pt>
                <c:pt idx="15">
                  <c:v>77</c:v>
                </c:pt>
                <c:pt idx="16">
                  <c:v>78</c:v>
                </c:pt>
                <c:pt idx="17">
                  <c:v>79</c:v>
                </c:pt>
                <c:pt idx="18">
                  <c:v>80</c:v>
                </c:pt>
                <c:pt idx="19">
                  <c:v>81</c:v>
                </c:pt>
                <c:pt idx="20">
                  <c:v>82</c:v>
                </c:pt>
                <c:pt idx="21">
                  <c:v>83</c:v>
                </c:pt>
                <c:pt idx="22">
                  <c:v>84</c:v>
                </c:pt>
                <c:pt idx="23">
                  <c:v>85</c:v>
                </c:pt>
                <c:pt idx="24">
                  <c:v>86</c:v>
                </c:pt>
                <c:pt idx="25">
                  <c:v>87</c:v>
                </c:pt>
                <c:pt idx="26">
                  <c:v>88</c:v>
                </c:pt>
                <c:pt idx="27">
                  <c:v>89</c:v>
                </c:pt>
                <c:pt idx="28">
                  <c:v>90</c:v>
                </c:pt>
                <c:pt idx="29">
                  <c:v>91</c:v>
                </c:pt>
                <c:pt idx="30">
                  <c:v>92</c:v>
                </c:pt>
                <c:pt idx="31">
                  <c:v>93</c:v>
                </c:pt>
                <c:pt idx="32">
                  <c:v>94</c:v>
                </c:pt>
                <c:pt idx="33">
                  <c:v>95</c:v>
                </c:pt>
                <c:pt idx="34">
                  <c:v>96</c:v>
                </c:pt>
                <c:pt idx="35">
                  <c:v>97</c:v>
                </c:pt>
                <c:pt idx="36">
                  <c:v>98</c:v>
                </c:pt>
                <c:pt idx="37">
                  <c:v>99</c:v>
                </c:pt>
                <c:pt idx="38">
                  <c:v>100</c:v>
                </c:pt>
              </c:numCache>
            </c:numRef>
          </c:cat>
          <c:val>
            <c:numRef>
              <c:f>Sheet1!$C$2:$C$40</c:f>
              <c:numCache>
                <c:formatCode>General</c:formatCode>
                <c:ptCount val="3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 formatCode="&quot;$&quot;#,##0.00_);[Red]\(&quot;$&quot;#,##0.00\)">
                  <c:v>33864</c:v>
                </c:pt>
                <c:pt idx="6" formatCode="&quot;$&quot;#,##0.00_);[Red]\(&quot;$&quot;#,##0.00\)">
                  <c:v>59131.662664495227</c:v>
                </c:pt>
                <c:pt idx="7" formatCode="&quot;$&quot;#,##0.00_);[Red]\(&quot;$&quot;#,##0.00\)">
                  <c:v>87620.268585360114</c:v>
                </c:pt>
                <c:pt idx="8" formatCode="&quot;$&quot;#,##0.00_);[Red]\(&quot;$&quot;#,##0.00\)">
                  <c:v>115414.03045937468</c:v>
                </c:pt>
                <c:pt idx="9" formatCode="&quot;$&quot;#,##0.00_);[Red]\(&quot;$&quot;#,##0.00\)">
                  <c:v>142529.89570231573</c:v>
                </c:pt>
                <c:pt idx="10" formatCode="&quot;$&quot;#,##0.00_);[Red]\(&quot;$&quot;#,##0.00\)">
                  <c:v>168984.39837835575</c:v>
                </c:pt>
                <c:pt idx="11" formatCode="&quot;$&quot;#,##0.00_);[Red]\(&quot;$&quot;#,##0.00\)">
                  <c:v>194793.66928180945</c:v>
                </c:pt>
                <c:pt idx="12" formatCode="&quot;$&quot;#,##0.00_);[Red]\(&quot;$&quot;#,##0.00\)">
                  <c:v>219973.4457729838</c:v>
                </c:pt>
                <c:pt idx="13" formatCode="&quot;$&quot;#,##0.00_);[Red]\(&quot;$&quot;#,##0.00\)">
                  <c:v>244539.08137412948</c:v>
                </c:pt>
                <c:pt idx="14" formatCode="&quot;$&quot;#,##0.00_);[Red]\(&quot;$&quot;#,##0.00\)">
                  <c:v>268505.55513134482</c:v>
                </c:pt>
                <c:pt idx="15" formatCode="&quot;$&quot;#,##0.00_);[Red]\(&quot;$&quot;#,##0.00\)">
                  <c:v>291887.48074814019</c:v>
                </c:pt>
                <c:pt idx="16" formatCode="&quot;$&quot;#,##0.00_);[Red]\(&quot;$&quot;#,##0.00\)">
                  <c:v>314699.11549623328</c:v>
                </c:pt>
                <c:pt idx="17" formatCode="&quot;$&quot;#,##0.00_);[Red]\(&quot;$&quot;#,##0.00\)">
                  <c:v>336954.36890900711</c:v>
                </c:pt>
                <c:pt idx="18" formatCode="&quot;$&quot;#,##0.00_);[Red]\(&quot;$&quot;#,##0.00\)">
                  <c:v>358666.81126293266</c:v>
                </c:pt>
                <c:pt idx="19" formatCode="&quot;$&quot;#,##0.00_);[Red]\(&quot;$&quot;#,##0.00\)">
                  <c:v>379849.68185212836</c:v>
                </c:pt>
                <c:pt idx="20" formatCode="&quot;$&quot;#,##0.00_);[Red]\(&quot;$&quot;#,##0.00\)">
                  <c:v>400515.89706109988</c:v>
                </c:pt>
                <c:pt idx="21" formatCode="&quot;$&quot;#,##0.00_);[Red]\(&quot;$&quot;#,##0.00\)">
                  <c:v>420678.05824058427</c:v>
                </c:pt>
                <c:pt idx="22" formatCode="&quot;$&quot;#,##0.00_);[Red]\(&quot;$&quot;#,##0.00\)">
                  <c:v>440348.45939130068</c:v>
                </c:pt>
                <c:pt idx="23" formatCode="&quot;$&quot;#,##0.00_);[Red]\(&quot;$&quot;#,##0.00\)">
                  <c:v>459539.09466029226</c:v>
                </c:pt>
                <c:pt idx="24" formatCode="&quot;$&quot;#,##0.00_);[Red]\(&quot;$&quot;#,##0.00\)">
                  <c:v>478261.66565443046</c:v>
                </c:pt>
                <c:pt idx="25" formatCode="&quot;$&quot;#,##0.00_);[Red]\(&quot;$&quot;#,##0.00\)">
                  <c:v>496527.58857554093</c:v>
                </c:pt>
                <c:pt idx="26" formatCode="&quot;$&quot;#,##0.00_);[Red]\(&quot;$&quot;#,##0.00\)">
                  <c:v>514348.00118150236</c:v>
                </c:pt>
                <c:pt idx="27" formatCode="&quot;$&quot;#,##0.00_);[Red]\(&quot;$&quot;#,##0.00\)">
                  <c:v>531733.76957756223</c:v>
                </c:pt>
                <c:pt idx="28" formatCode="&quot;$&quot;#,##0.00_);[Red]\(&quot;$&quot;#,##0.00\)">
                  <c:v>548695.49484201102</c:v>
                </c:pt>
                <c:pt idx="29" formatCode="&quot;$&quot;#,##0.00_);[Red]\(&quot;$&quot;#,##0.00\)">
                  <c:v>565243.51949025353</c:v>
                </c:pt>
                <c:pt idx="30" formatCode="&quot;$&quot;#,##0.00_);[Red]\(&quot;$&quot;#,##0.00\)">
                  <c:v>581387.93378122197</c:v>
                </c:pt>
                <c:pt idx="31" formatCode="&quot;$&quot;#,##0.00_);[Red]\(&quot;$&quot;#,##0.00\)">
                  <c:v>597138.58186997147</c:v>
                </c:pt>
                <c:pt idx="32" formatCode="&quot;$&quot;#,##0.00_);[Red]\(&quot;$&quot;#,##0.00\)">
                  <c:v>612505.06781021517</c:v>
                </c:pt>
                <c:pt idx="33" formatCode="&quot;$&quot;#,##0.00_);[Red]\(&quot;$&quot;#,##0.00\)">
                  <c:v>627496.76141045289</c:v>
                </c:pt>
                <c:pt idx="34" formatCode="&quot;$&quot;#,##0.00_);[Red]\(&quot;$&quot;#,##0.00\)">
                  <c:v>642122.80394727015</c:v>
                </c:pt>
                <c:pt idx="35" formatCode="&quot;$&quot;#,##0.00_);[Red]\(&quot;$&quot;#,##0.00\)">
                  <c:v>656392.11373928702</c:v>
                </c:pt>
                <c:pt idx="36" formatCode="&quot;$&quot;#,##0.00_);[Red]\(&quot;$&quot;#,##0.00\)">
                  <c:v>670313.39158515702</c:v>
                </c:pt>
                <c:pt idx="37" formatCode="&quot;$&quot;#,##0.00_);[Red]\(&quot;$&quot;#,##0.00\)">
                  <c:v>683895.1260689327</c:v>
                </c:pt>
                <c:pt idx="38" formatCode="&quot;$&quot;#,##0.00_);[Red]\(&quot;$&quot;#,##0.00\)">
                  <c:v>697145.5987360311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C0-423B-8608-E97FEEA6C25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70 total in todays $'S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Sheet1!$A$2:$A$40</c:f>
              <c:numCache>
                <c:formatCode>General</c:formatCode>
                <c:ptCount val="39"/>
                <c:pt idx="0">
                  <c:v>62</c:v>
                </c:pt>
                <c:pt idx="1">
                  <c:v>63</c:v>
                </c:pt>
                <c:pt idx="2">
                  <c:v>64</c:v>
                </c:pt>
                <c:pt idx="3">
                  <c:v>65</c:v>
                </c:pt>
                <c:pt idx="4">
                  <c:v>66</c:v>
                </c:pt>
                <c:pt idx="5">
                  <c:v>67</c:v>
                </c:pt>
                <c:pt idx="6">
                  <c:v>68</c:v>
                </c:pt>
                <c:pt idx="7">
                  <c:v>69</c:v>
                </c:pt>
                <c:pt idx="8">
                  <c:v>70</c:v>
                </c:pt>
                <c:pt idx="9">
                  <c:v>71</c:v>
                </c:pt>
                <c:pt idx="10">
                  <c:v>72</c:v>
                </c:pt>
                <c:pt idx="11">
                  <c:v>73</c:v>
                </c:pt>
                <c:pt idx="12">
                  <c:v>74</c:v>
                </c:pt>
                <c:pt idx="13">
                  <c:v>75</c:v>
                </c:pt>
                <c:pt idx="14">
                  <c:v>76</c:v>
                </c:pt>
                <c:pt idx="15">
                  <c:v>77</c:v>
                </c:pt>
                <c:pt idx="16">
                  <c:v>78</c:v>
                </c:pt>
                <c:pt idx="17">
                  <c:v>79</c:v>
                </c:pt>
                <c:pt idx="18">
                  <c:v>80</c:v>
                </c:pt>
                <c:pt idx="19">
                  <c:v>81</c:v>
                </c:pt>
                <c:pt idx="20">
                  <c:v>82</c:v>
                </c:pt>
                <c:pt idx="21">
                  <c:v>83</c:v>
                </c:pt>
                <c:pt idx="22">
                  <c:v>84</c:v>
                </c:pt>
                <c:pt idx="23">
                  <c:v>85</c:v>
                </c:pt>
                <c:pt idx="24">
                  <c:v>86</c:v>
                </c:pt>
                <c:pt idx="25">
                  <c:v>87</c:v>
                </c:pt>
                <c:pt idx="26">
                  <c:v>88</c:v>
                </c:pt>
                <c:pt idx="27">
                  <c:v>89</c:v>
                </c:pt>
                <c:pt idx="28">
                  <c:v>90</c:v>
                </c:pt>
                <c:pt idx="29">
                  <c:v>91</c:v>
                </c:pt>
                <c:pt idx="30">
                  <c:v>92</c:v>
                </c:pt>
                <c:pt idx="31">
                  <c:v>93</c:v>
                </c:pt>
                <c:pt idx="32">
                  <c:v>94</c:v>
                </c:pt>
                <c:pt idx="33">
                  <c:v>95</c:v>
                </c:pt>
                <c:pt idx="34">
                  <c:v>96</c:v>
                </c:pt>
                <c:pt idx="35">
                  <c:v>97</c:v>
                </c:pt>
                <c:pt idx="36">
                  <c:v>98</c:v>
                </c:pt>
                <c:pt idx="37">
                  <c:v>99</c:v>
                </c:pt>
                <c:pt idx="38">
                  <c:v>100</c:v>
                </c:pt>
              </c:numCache>
            </c:numRef>
          </c:cat>
          <c:val>
            <c:numRef>
              <c:f>Sheet1!$D$2:$D$40</c:f>
              <c:numCache>
                <c:formatCode>General</c:formatCode>
                <c:ptCount val="3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 formatCode="&quot;$&quot;#,##0.00_);[Red]\(&quot;$&quot;#,##0.00\)">
                  <c:v>41991.360000000001</c:v>
                </c:pt>
                <c:pt idx="9" formatCode="&quot;$&quot;#,##0.00_);[Red]\(&quot;$&quot;#,##0.00\)">
                  <c:v>68087.937625024904</c:v>
                </c:pt>
                <c:pt idx="10" formatCode="&quot;$&quot;#,##0.00_);[Red]\(&quot;$&quot;#,##0.00\)">
                  <c:v>100891.52094331454</c:v>
                </c:pt>
                <c:pt idx="11" formatCode="&quot;$&quot;#,##0.00_);[Red]\(&quot;$&quot;#,##0.00\)">
                  <c:v>132895.01686359712</c:v>
                </c:pt>
                <c:pt idx="12" formatCode="&quot;$&quot;#,##0.00_);[Red]\(&quot;$&quot;#,##0.00\)">
                  <c:v>164117.93971265329</c:v>
                </c:pt>
                <c:pt idx="13" formatCode="&quot;$&quot;#,##0.00_);[Red]\(&quot;$&quot;#,##0.00\)">
                  <c:v>194579.32785807393</c:v>
                </c:pt>
                <c:pt idx="14" formatCode="&quot;$&quot;#,##0.00_);[Red]\(&quot;$&quot;#,##0.00\)">
                  <c:v>224297.75531702093</c:v>
                </c:pt>
                <c:pt idx="15" formatCode="&quot;$&quot;#,##0.00_);[Red]\(&quot;$&quot;#,##0.00\)">
                  <c:v>253291.34308184721</c:v>
                </c:pt>
                <c:pt idx="16" formatCode="&quot;$&quot;#,##0.00_);[Red]\(&quot;$&quot;#,##0.00\)">
                  <c:v>281577.77016948268</c:v>
                </c:pt>
                <c:pt idx="17" formatCode="&quot;$&quot;#,##0.00_);[Red]\(&quot;$&quot;#,##0.00\)">
                  <c:v>309174.28440132213</c:v>
                </c:pt>
                <c:pt idx="18" formatCode="&quot;$&quot;#,##0.00_);[Red]\(&quot;$&quot;#,##0.00\)">
                  <c:v>336097.71292018989</c:v>
                </c:pt>
                <c:pt idx="19" formatCode="&quot;$&quot;#,##0.00_);[Red]\(&quot;$&quot;#,##0.00\)">
                  <c:v>362364.47245079256</c:v>
                </c:pt>
                <c:pt idx="20" formatCode="&quot;$&quot;#,##0.00_);[Red]\(&quot;$&quot;#,##0.00\)">
                  <c:v>387990.57930991723</c:v>
                </c:pt>
                <c:pt idx="21" formatCode="&quot;$&quot;#,##0.00_);[Red]\(&quot;$&quot;#,##0.00\)">
                  <c:v>412991.65917247784</c:v>
                </c:pt>
                <c:pt idx="22" formatCode="&quot;$&quot;#,##0.00_);[Red]\(&quot;$&quot;#,##0.00\)">
                  <c:v>437382.95659936621</c:v>
                </c:pt>
                <c:pt idx="23" formatCode="&quot;$&quot;#,##0.00_);[Red]\(&quot;$&quot;#,##0.00\)">
                  <c:v>461179.34433291585</c:v>
                </c:pt>
                <c:pt idx="24" formatCode="&quot;$&quot;#,##0.00_);[Red]\(&quot;$&quot;#,##0.00\)">
                  <c:v>484395.33236564719</c:v>
                </c:pt>
                <c:pt idx="25" formatCode="&quot;$&quot;#,##0.00_);[Red]\(&quot;$&quot;#,##0.00\)">
                  <c:v>507045.07678782422</c:v>
                </c:pt>
                <c:pt idx="26" formatCode="&quot;$&quot;#,##0.00_);[Red]\(&quot;$&quot;#,##0.00\)">
                  <c:v>529142.38841921638</c:v>
                </c:pt>
                <c:pt idx="27" formatCode="&quot;$&quot;#,##0.00_);[Red]\(&quot;$&quot;#,##0.00\)">
                  <c:v>550700.74123033066</c:v>
                </c:pt>
                <c:pt idx="28" formatCode="&quot;$&quot;#,##0.00_);[Red]\(&quot;$&quot;#,##0.00\)">
                  <c:v>571733.280558247</c:v>
                </c:pt>
                <c:pt idx="29" formatCode="&quot;$&quot;#,##0.00_);[Red]\(&quot;$&quot;#,##0.00\)">
                  <c:v>592252.83112206776</c:v>
                </c:pt>
                <c:pt idx="30" formatCode="&quot;$&quot;#,##0.00_);[Red]\(&quot;$&quot;#,##0.00\)">
                  <c:v>612271.9048428688</c:v>
                </c:pt>
                <c:pt idx="31" formatCode="&quot;$&quot;#,##0.00_);[Red]\(&quot;$&quot;#,##0.00\)">
                  <c:v>631802.70847291814</c:v>
                </c:pt>
                <c:pt idx="32" formatCode="&quot;$&quot;#,##0.00_);[Red]\(&quot;$&quot;#,##0.00\)">
                  <c:v>650857.15103882027</c:v>
                </c:pt>
                <c:pt idx="33" formatCode="&quot;$&quot;#,##0.00_);[Red]\(&quot;$&quot;#,##0.00\)">
                  <c:v>669446.85110311501</c:v>
                </c:pt>
                <c:pt idx="34" formatCode="&quot;$&quot;#,##0.00_);[Red]\(&quot;$&quot;#,##0.00\)">
                  <c:v>687583.14384876832</c:v>
                </c:pt>
                <c:pt idx="35" formatCode="&quot;$&quot;#,##0.00_);[Red]\(&quot;$&quot;#,##0.00\)">
                  <c:v>705277.08799086919</c:v>
                </c:pt>
                <c:pt idx="36" formatCode="&quot;$&quot;#,##0.00_);[Red]\(&quot;$&quot;#,##0.00\)">
                  <c:v>722539.47251974791</c:v>
                </c:pt>
                <c:pt idx="37" formatCode="&quot;$&quot;#,##0.00_);[Red]\(&quot;$&quot;#,##0.00\)">
                  <c:v>739380.82327962981</c:v>
                </c:pt>
                <c:pt idx="38" formatCode="&quot;$&quot;#,##0.00_);[Red]\(&quot;$&quot;#,##0.00\)">
                  <c:v>755811.40938683168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9C0-423B-8608-E97FEEA6C2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3453599"/>
        <c:axId val="1303458399"/>
      </c:lineChart>
      <c:catAx>
        <c:axId val="13034535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458399"/>
        <c:crosses val="autoZero"/>
        <c:auto val="1"/>
        <c:lblAlgn val="ctr"/>
        <c:lblOffset val="100"/>
        <c:noMultiLvlLbl val="0"/>
      </c:catAx>
      <c:valAx>
        <c:axId val="13034583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Cumulative Amount received</a:t>
                </a:r>
              </a:p>
              <a:p>
                <a:pPr>
                  <a:defRPr/>
                </a:pP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453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Totals</a:t>
            </a:r>
            <a:r>
              <a:rPr lang="en-US" baseline="0" dirty="0"/>
              <a:t> with Cola of 2.5%, Rate or Return =3.25%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62, invest + benefit-&gt;total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Sheet1!$A$2:$A$40</c:f>
              <c:numCache>
                <c:formatCode>General</c:formatCode>
                <c:ptCount val="39"/>
                <c:pt idx="0">
                  <c:v>62</c:v>
                </c:pt>
                <c:pt idx="1">
                  <c:v>63</c:v>
                </c:pt>
                <c:pt idx="2">
                  <c:v>64</c:v>
                </c:pt>
                <c:pt idx="3">
                  <c:v>65</c:v>
                </c:pt>
                <c:pt idx="4">
                  <c:v>66</c:v>
                </c:pt>
                <c:pt idx="5">
                  <c:v>67</c:v>
                </c:pt>
                <c:pt idx="6">
                  <c:v>68</c:v>
                </c:pt>
                <c:pt idx="7">
                  <c:v>69</c:v>
                </c:pt>
                <c:pt idx="8">
                  <c:v>70</c:v>
                </c:pt>
                <c:pt idx="9">
                  <c:v>71</c:v>
                </c:pt>
                <c:pt idx="10">
                  <c:v>72</c:v>
                </c:pt>
                <c:pt idx="11">
                  <c:v>73</c:v>
                </c:pt>
                <c:pt idx="12">
                  <c:v>74</c:v>
                </c:pt>
                <c:pt idx="13">
                  <c:v>75</c:v>
                </c:pt>
                <c:pt idx="14">
                  <c:v>76</c:v>
                </c:pt>
                <c:pt idx="15">
                  <c:v>77</c:v>
                </c:pt>
                <c:pt idx="16">
                  <c:v>78</c:v>
                </c:pt>
                <c:pt idx="17">
                  <c:v>79</c:v>
                </c:pt>
                <c:pt idx="18">
                  <c:v>80</c:v>
                </c:pt>
                <c:pt idx="19">
                  <c:v>81</c:v>
                </c:pt>
                <c:pt idx="20">
                  <c:v>82</c:v>
                </c:pt>
                <c:pt idx="21">
                  <c:v>83</c:v>
                </c:pt>
                <c:pt idx="22">
                  <c:v>84</c:v>
                </c:pt>
                <c:pt idx="23">
                  <c:v>85</c:v>
                </c:pt>
                <c:pt idx="24">
                  <c:v>86</c:v>
                </c:pt>
                <c:pt idx="25">
                  <c:v>87</c:v>
                </c:pt>
                <c:pt idx="26">
                  <c:v>88</c:v>
                </c:pt>
                <c:pt idx="27">
                  <c:v>89</c:v>
                </c:pt>
                <c:pt idx="28">
                  <c:v>90</c:v>
                </c:pt>
                <c:pt idx="29">
                  <c:v>91</c:v>
                </c:pt>
                <c:pt idx="30">
                  <c:v>92</c:v>
                </c:pt>
                <c:pt idx="31">
                  <c:v>93</c:v>
                </c:pt>
                <c:pt idx="32">
                  <c:v>94</c:v>
                </c:pt>
                <c:pt idx="33">
                  <c:v>95</c:v>
                </c:pt>
                <c:pt idx="34">
                  <c:v>96</c:v>
                </c:pt>
                <c:pt idx="35">
                  <c:v>97</c:v>
                </c:pt>
                <c:pt idx="36">
                  <c:v>98</c:v>
                </c:pt>
                <c:pt idx="37">
                  <c:v>99</c:v>
                </c:pt>
                <c:pt idx="38">
                  <c:v>100</c:v>
                </c:pt>
              </c:numCache>
            </c:numRef>
          </c:cat>
          <c:val>
            <c:numRef>
              <c:f>Sheet1!$B$2:$B$40</c:f>
              <c:numCache>
                <c:formatCode>"$"#,##0.00_);[Red]\("$"#,##0.00\)</c:formatCode>
                <c:ptCount val="39"/>
                <c:pt idx="0">
                  <c:v>23704.799999999999</c:v>
                </c:pt>
                <c:pt idx="1">
                  <c:v>48774.996480000002</c:v>
                </c:pt>
                <c:pt idx="2">
                  <c:v>75269.916865248</c:v>
                </c:pt>
                <c:pt idx="3">
                  <c:v>103251.19304255508</c:v>
                </c:pt>
                <c:pt idx="4">
                  <c:v>132782.84574542986</c:v>
                </c:pt>
                <c:pt idx="5">
                  <c:v>163931.37192166055</c:v>
                </c:pt>
                <c:pt idx="6">
                  <c:v>196765.83518635962</c:v>
                </c:pt>
                <c:pt idx="7">
                  <c:v>231357.95946698918</c:v>
                </c:pt>
                <c:pt idx="8">
                  <c:v>267782.22595050611</c:v>
                </c:pt>
                <c:pt idx="9">
                  <c:v>306115.97344650805</c:v>
                </c:pt>
                <c:pt idx="10">
                  <c:v>346439.50228413008</c:v>
                </c:pt>
                <c:pt idx="11">
                  <c:v>388836.18186444015</c:v>
                </c:pt>
                <c:pt idx="12">
                  <c:v>433392.56199421454</c:v>
                </c:pt>
                <c:pt idx="13">
                  <c:v>480198.48813124443</c:v>
                </c:pt>
                <c:pt idx="14">
                  <c:v>529347.22067574202</c:v>
                </c:pt>
                <c:pt idx="15">
                  <c:v>580935.55844697554</c:v>
                </c:pt>
                <c:pt idx="16">
                  <c:v>635063.96648898139</c:v>
                </c:pt>
                <c:pt idx="17">
                  <c:v>691836.70835407253</c:v>
                </c:pt>
                <c:pt idx="18">
                  <c:v>751361.98301790433</c:v>
                </c:pt>
                <c:pt idx="19">
                  <c:v>813752.0665850644</c:v>
                </c:pt>
                <c:pt idx="20">
                  <c:v>879123.45894953329</c:v>
                </c:pt>
                <c:pt idx="21">
                  <c:v>947597.03557992878</c:v>
                </c:pt>
                <c:pt idx="22">
                  <c:v>1019298.2046051911</c:v>
                </c:pt>
                <c:pt idx="23">
                  <c:v>1094357.0693823111</c:v>
                </c:pt>
                <c:pt idx="24">
                  <c:v>1172908.5967338399</c:v>
                </c:pt>
                <c:pt idx="25">
                  <c:v>1255092.79104927</c:v>
                </c:pt>
                <c:pt idx="26">
                  <c:v>1341054.8744509309</c:v>
                </c:pt>
                <c:pt idx="27">
                  <c:v>1430945.4732318223</c:v>
                </c:pt>
                <c:pt idx="28">
                  <c:v>1524920.8107798155</c:v>
                </c:pt>
                <c:pt idx="29">
                  <c:v>1623142.9072098893</c:v>
                </c:pt>
                <c:pt idx="30">
                  <c:v>1725779.7859335495</c:v>
                </c:pt>
                <c:pt idx="31">
                  <c:v>1833005.6874023166</c:v>
                </c:pt>
                <c:pt idx="32">
                  <c:v>1945001.2902701488</c:v>
                </c:pt>
                <c:pt idx="33">
                  <c:v>2061953.9402279351</c:v>
                </c:pt>
                <c:pt idx="34">
                  <c:v>2184057.8867717199</c:v>
                </c:pt>
                <c:pt idx="35">
                  <c:v>2311514.5281751412</c:v>
                </c:pt>
                <c:pt idx="36">
                  <c:v>2444532.6649456806</c:v>
                </c:pt>
                <c:pt idx="37">
                  <c:v>2583328.7620537402</c:v>
                </c:pt>
                <c:pt idx="38">
                  <c:v>2728127.2202332933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5B-4460-ADBA-BD7A9C7014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67, cola, invest 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Sheet1!$A$2:$A$40</c:f>
              <c:numCache>
                <c:formatCode>General</c:formatCode>
                <c:ptCount val="39"/>
                <c:pt idx="0">
                  <c:v>62</c:v>
                </c:pt>
                <c:pt idx="1">
                  <c:v>63</c:v>
                </c:pt>
                <c:pt idx="2">
                  <c:v>64</c:v>
                </c:pt>
                <c:pt idx="3">
                  <c:v>65</c:v>
                </c:pt>
                <c:pt idx="4">
                  <c:v>66</c:v>
                </c:pt>
                <c:pt idx="5">
                  <c:v>67</c:v>
                </c:pt>
                <c:pt idx="6">
                  <c:v>68</c:v>
                </c:pt>
                <c:pt idx="7">
                  <c:v>69</c:v>
                </c:pt>
                <c:pt idx="8">
                  <c:v>70</c:v>
                </c:pt>
                <c:pt idx="9">
                  <c:v>71</c:v>
                </c:pt>
                <c:pt idx="10">
                  <c:v>72</c:v>
                </c:pt>
                <c:pt idx="11">
                  <c:v>73</c:v>
                </c:pt>
                <c:pt idx="12">
                  <c:v>74</c:v>
                </c:pt>
                <c:pt idx="13">
                  <c:v>75</c:v>
                </c:pt>
                <c:pt idx="14">
                  <c:v>76</c:v>
                </c:pt>
                <c:pt idx="15">
                  <c:v>77</c:v>
                </c:pt>
                <c:pt idx="16">
                  <c:v>78</c:v>
                </c:pt>
                <c:pt idx="17">
                  <c:v>79</c:v>
                </c:pt>
                <c:pt idx="18">
                  <c:v>80</c:v>
                </c:pt>
                <c:pt idx="19">
                  <c:v>81</c:v>
                </c:pt>
                <c:pt idx="20">
                  <c:v>82</c:v>
                </c:pt>
                <c:pt idx="21">
                  <c:v>83</c:v>
                </c:pt>
                <c:pt idx="22">
                  <c:v>84</c:v>
                </c:pt>
                <c:pt idx="23">
                  <c:v>85</c:v>
                </c:pt>
                <c:pt idx="24">
                  <c:v>86</c:v>
                </c:pt>
                <c:pt idx="25">
                  <c:v>87</c:v>
                </c:pt>
                <c:pt idx="26">
                  <c:v>88</c:v>
                </c:pt>
                <c:pt idx="27">
                  <c:v>89</c:v>
                </c:pt>
                <c:pt idx="28">
                  <c:v>90</c:v>
                </c:pt>
                <c:pt idx="29">
                  <c:v>91</c:v>
                </c:pt>
                <c:pt idx="30">
                  <c:v>92</c:v>
                </c:pt>
                <c:pt idx="31">
                  <c:v>93</c:v>
                </c:pt>
                <c:pt idx="32">
                  <c:v>94</c:v>
                </c:pt>
                <c:pt idx="33">
                  <c:v>95</c:v>
                </c:pt>
                <c:pt idx="34">
                  <c:v>96</c:v>
                </c:pt>
                <c:pt idx="35">
                  <c:v>97</c:v>
                </c:pt>
                <c:pt idx="36">
                  <c:v>98</c:v>
                </c:pt>
                <c:pt idx="37">
                  <c:v>99</c:v>
                </c:pt>
                <c:pt idx="38">
                  <c:v>100</c:v>
                </c:pt>
              </c:numCache>
            </c:numRef>
          </c:cat>
          <c:val>
            <c:numRef>
              <c:f>Sheet1!$C$2:$C$40</c:f>
              <c:numCache>
                <c:formatCode>"$"#,##0.00_);[Red]\("$"#,##0.00\)</c:formatCode>
                <c:ptCount val="3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33864</c:v>
                </c:pt>
                <c:pt idx="6">
                  <c:v>69678.566399999996</c:v>
                </c:pt>
                <c:pt idx="7">
                  <c:v>107528.45266464</c:v>
                </c:pt>
                <c:pt idx="8">
                  <c:v>147501.70434650726</c:v>
                </c:pt>
                <c:pt idx="9">
                  <c:v>189689.7796363284</c:v>
                </c:pt>
                <c:pt idx="10">
                  <c:v>234187.67417380083</c:v>
                </c:pt>
                <c:pt idx="11">
                  <c:v>281094.05026622803</c:v>
                </c:pt>
                <c:pt idx="12">
                  <c:v>330511.37066712743</c:v>
                </c:pt>
                <c:pt idx="13">
                  <c:v>382546.03707215161</c:v>
                </c:pt>
                <c:pt idx="14">
                  <c:v>437308.53349501151</c:v>
                </c:pt>
                <c:pt idx="15">
                  <c:v>494913.57469161431</c:v>
                </c:pt>
                <c:pt idx="16">
                  <c:v>555480.25980634301</c:v>
                </c:pt>
                <c:pt idx="17">
                  <c:v>619132.23142030649</c:v>
                </c:pt>
                <c:pt idx="18">
                  <c:v>685997.84018749208</c:v>
                </c:pt>
                <c:pt idx="19">
                  <c:v>756210.31525106006</c:v>
                </c:pt>
                <c:pt idx="20">
                  <c:v>829907.9406385367</c:v>
                </c:pt>
                <c:pt idx="21">
                  <c:v>907234.2378414023</c:v>
                </c:pt>
                <c:pt idx="22">
                  <c:v>988338.15479153255</c:v>
                </c:pt>
                <c:pt idx="23">
                  <c:v>1073374.2614541496</c:v>
                </c:pt>
                <c:pt idx="24">
                  <c:v>1162502.9522643783</c:v>
                </c:pt>
                <c:pt idx="25">
                  <c:v>1255890.6556421912</c:v>
                </c:pt>
                <c:pt idx="26">
                  <c:v>1353710.0508284706</c:v>
                </c:pt>
                <c:pt idx="27">
                  <c:v>1456140.2922931314</c:v>
                </c:pt>
                <c:pt idx="28">
                  <c:v>1563367.2419747312</c:v>
                </c:pt>
                <c:pt idx="29">
                  <c:v>1675583.7096197722</c:v>
                </c:pt>
                <c:pt idx="30">
                  <c:v>1792989.701498958</c:v>
                </c:pt>
                <c:pt idx="31">
                  <c:v>1915792.677787045</c:v>
                </c:pt>
                <c:pt idx="32">
                  <c:v>2044207.8189026043</c:v>
                </c:pt>
                <c:pt idx="33">
                  <c:v>2178458.3011140232</c:v>
                </c:pt>
                <c:pt idx="34">
                  <c:v>2318775.5817284142</c:v>
                </c:pt>
                <c:pt idx="35">
                  <c:v>2465399.6941907862</c:v>
                </c:pt>
                <c:pt idx="36">
                  <c:v>2618579.5534318821</c:v>
                </c:pt>
                <c:pt idx="37">
                  <c:v>2778573.2718145</c:v>
                </c:pt>
                <c:pt idx="38">
                  <c:v>2945648.4860399095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5B-4460-ADBA-BD7A9C7014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70 total w cola, invest rate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Sheet1!$A$2:$A$40</c:f>
              <c:numCache>
                <c:formatCode>General</c:formatCode>
                <c:ptCount val="39"/>
                <c:pt idx="0">
                  <c:v>62</c:v>
                </c:pt>
                <c:pt idx="1">
                  <c:v>63</c:v>
                </c:pt>
                <c:pt idx="2">
                  <c:v>64</c:v>
                </c:pt>
                <c:pt idx="3">
                  <c:v>65</c:v>
                </c:pt>
                <c:pt idx="4">
                  <c:v>66</c:v>
                </c:pt>
                <c:pt idx="5">
                  <c:v>67</c:v>
                </c:pt>
                <c:pt idx="6">
                  <c:v>68</c:v>
                </c:pt>
                <c:pt idx="7">
                  <c:v>69</c:v>
                </c:pt>
                <c:pt idx="8">
                  <c:v>70</c:v>
                </c:pt>
                <c:pt idx="9">
                  <c:v>71</c:v>
                </c:pt>
                <c:pt idx="10">
                  <c:v>72</c:v>
                </c:pt>
                <c:pt idx="11">
                  <c:v>73</c:v>
                </c:pt>
                <c:pt idx="12">
                  <c:v>74</c:v>
                </c:pt>
                <c:pt idx="13">
                  <c:v>75</c:v>
                </c:pt>
                <c:pt idx="14">
                  <c:v>76</c:v>
                </c:pt>
                <c:pt idx="15">
                  <c:v>77</c:v>
                </c:pt>
                <c:pt idx="16">
                  <c:v>78</c:v>
                </c:pt>
                <c:pt idx="17">
                  <c:v>79</c:v>
                </c:pt>
                <c:pt idx="18">
                  <c:v>80</c:v>
                </c:pt>
                <c:pt idx="19">
                  <c:v>81</c:v>
                </c:pt>
                <c:pt idx="20">
                  <c:v>82</c:v>
                </c:pt>
                <c:pt idx="21">
                  <c:v>83</c:v>
                </c:pt>
                <c:pt idx="22">
                  <c:v>84</c:v>
                </c:pt>
                <c:pt idx="23">
                  <c:v>85</c:v>
                </c:pt>
                <c:pt idx="24">
                  <c:v>86</c:v>
                </c:pt>
                <c:pt idx="25">
                  <c:v>87</c:v>
                </c:pt>
                <c:pt idx="26">
                  <c:v>88</c:v>
                </c:pt>
                <c:pt idx="27">
                  <c:v>89</c:v>
                </c:pt>
                <c:pt idx="28">
                  <c:v>90</c:v>
                </c:pt>
                <c:pt idx="29">
                  <c:v>91</c:v>
                </c:pt>
                <c:pt idx="30">
                  <c:v>92</c:v>
                </c:pt>
                <c:pt idx="31">
                  <c:v>93</c:v>
                </c:pt>
                <c:pt idx="32">
                  <c:v>94</c:v>
                </c:pt>
                <c:pt idx="33">
                  <c:v>95</c:v>
                </c:pt>
                <c:pt idx="34">
                  <c:v>96</c:v>
                </c:pt>
                <c:pt idx="35">
                  <c:v>97</c:v>
                </c:pt>
                <c:pt idx="36">
                  <c:v>98</c:v>
                </c:pt>
                <c:pt idx="37">
                  <c:v>99</c:v>
                </c:pt>
                <c:pt idx="38">
                  <c:v>100</c:v>
                </c:pt>
              </c:numCache>
            </c:numRef>
          </c:cat>
          <c:val>
            <c:numRef>
              <c:f>Sheet1!$D$2:$D$40</c:f>
              <c:numCache>
                <c:formatCode>General</c:formatCode>
                <c:ptCount val="3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 formatCode="&quot;$&quot;#,##0.00_);[Red]\(&quot;$&quot;#,##0.00\)">
                  <c:v>41991.360000000001</c:v>
                </c:pt>
                <c:pt idx="9" formatCode="&quot;$&quot;#,##0.00_);[Red]\(&quot;$&quot;#,##0.00\)">
                  <c:v>86401.422335999989</c:v>
                </c:pt>
                <c:pt idx="10" formatCode="&quot;$&quot;#,##0.00_);[Red]\(&quot;$&quot;#,##0.00\)">
                  <c:v>133335.28130415358</c:v>
                </c:pt>
                <c:pt idx="11" formatCode="&quot;$&quot;#,##0.00_);[Red]\(&quot;$&quot;#,##0.00\)">
                  <c:v>182902.11338966899</c:v>
                </c:pt>
                <c:pt idx="12" formatCode="&quot;$&quot;#,##0.00_);[Red]\(&quot;$&quot;#,##0.00\)">
                  <c:v>235215.32674904718</c:v>
                </c:pt>
                <c:pt idx="13" formatCode="&quot;$&quot;#,##0.00_);[Red]\(&quot;$&quot;#,##0.00\)">
                  <c:v>290392.71597551298</c:v>
                </c:pt>
                <c:pt idx="14" formatCode="&quot;$&quot;#,##0.00_);[Red]\(&quot;$&quot;#,##0.00\)">
                  <c:v>348556.62233012274</c:v>
                </c:pt>
                <c:pt idx="15" formatCode="&quot;$&quot;#,##0.00_);[Red]\(&quot;$&quot;#,##0.00\)">
                  <c:v>409834.099627238</c:v>
                </c:pt>
                <c:pt idx="16" formatCode="&quot;$&quot;#,##0.00_);[Red]\(&quot;$&quot;#,##0.00\)">
                  <c:v>474357.08596946805</c:v>
                </c:pt>
                <c:pt idx="17" formatCode="&quot;$&quot;#,##0.00_);[Red]\(&quot;$&quot;#,##0.00\)">
                  <c:v>542262.58153381431</c:v>
                </c:pt>
                <c:pt idx="18" formatCode="&quot;$&quot;#,##0.00_);[Red]\(&quot;$&quot;#,##0.00\)">
                  <c:v>613692.83261760185</c:v>
                </c:pt>
                <c:pt idx="19" formatCode="&quot;$&quot;#,##0.00_);[Red]\(&quot;$&quot;#,##0.00\)">
                  <c:v>688795.52215986536</c:v>
                </c:pt>
                <c:pt idx="20" formatCode="&quot;$&quot;#,##0.00_);[Red]\(&quot;$&quot;#,##0.00\)">
                  <c:v>767723.96696118009</c:v>
                </c:pt>
                <c:pt idx="21" formatCode="&quot;$&quot;#,##0.00_);[Red]\(&quot;$&quot;#,##0.00\)">
                  <c:v>850637.32183249015</c:v>
                </c:pt>
                <c:pt idx="22" formatCode="&quot;$&quot;#,##0.00_);[Red]\(&quot;$&quot;#,##0.00\)">
                  <c:v>937700.79091131431</c:v>
                </c:pt>
                <c:pt idx="23" formatCode="&quot;$&quot;#,##0.00_);[Red]\(&quot;$&quot;#,##0.00\)">
                  <c:v>1029085.8463917852</c:v>
                </c:pt>
                <c:pt idx="24" formatCode="&quot;$&quot;#,##0.00_);[Red]\(&quot;$&quot;#,##0.00\)">
                  <c:v>1124970.4549233387</c:v>
                </c:pt>
                <c:pt idx="25" formatCode="&quot;$&quot;#,##0.00_);[Red]\(&quot;$&quot;#,##0.00\)">
                  <c:v>1225539.3119415001</c:v>
                </c:pt>
                <c:pt idx="26" formatCode="&quot;$&quot;#,##0.00_);[Red]\(&quot;$&quot;#,##0.00\)">
                  <c:v>1330984.084203145</c:v>
                </c:pt>
                <c:pt idx="27" formatCode="&quot;$&quot;#,##0.00_);[Red]\(&quot;$&quot;#,##0.00\)">
                  <c:v>1441503.6608078287</c:v>
                </c:pt>
                <c:pt idx="28" formatCode="&quot;$&quot;#,##0.00_);[Red]\(&quot;$&quot;#,##0.00\)">
                  <c:v>1557304.4129963163</c:v>
                </c:pt>
                <c:pt idx="29" formatCode="&quot;$&quot;#,##0.00_);[Red]\(&quot;$&quot;#,##0.00\)">
                  <c:v>1678600.4630273026</c:v>
                </c:pt>
                <c:pt idx="30" formatCode="&quot;$&quot;#,##0.00_);[Red]\(&quot;$&quot;#,##0.00\)">
                  <c:v>1805613.9624434817</c:v>
                </c:pt>
                <c:pt idx="31" formatCode="&quot;$&quot;#,##0.00_);[Red]\(&quot;$&quot;#,##0.00\)">
                  <c:v>1938575.3800486652</c:v>
                </c:pt>
                <c:pt idx="32" formatCode="&quot;$&quot;#,##0.00_);[Red]\(&quot;$&quot;#,##0.00\)">
                  <c:v>2077723.7999285161</c:v>
                </c:pt>
                <c:pt idx="33" formatCode="&quot;$&quot;#,##0.00_);[Red]\(&quot;$&quot;#,##0.00\)">
                  <c:v>2223307.2298587067</c:v>
                </c:pt>
                <c:pt idx="34" formatCode="&quot;$&quot;#,##0.00_);[Red]\(&quot;$&quot;#,##0.00\)">
                  <c:v>2375582.9204559345</c:v>
                </c:pt>
                <c:pt idx="35" formatCode="&quot;$&quot;#,##0.00_);[Red]\(&quot;$&quot;#,##0.00\)">
                  <c:v>2534817.6954392279</c:v>
                </c:pt>
                <c:pt idx="36" formatCode="&quot;$&quot;#,##0.00_);[Red]\(&quot;$&quot;#,##0.00\)">
                  <c:v>2701288.2933813874</c:v>
                </c:pt>
                <c:pt idx="37" formatCode="&quot;$&quot;#,##0.00_);[Red]\(&quot;$&quot;#,##0.00\)">
                  <c:v>2875281.7213432319</c:v>
                </c:pt>
                <c:pt idx="38" formatCode="&quot;$&quot;#,##0.00_);[Red]\(&quot;$&quot;#,##0.00\)">
                  <c:v>3057095.6207965733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5B-4460-ADBA-BD7A9C7014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3463199"/>
        <c:axId val="1303451679"/>
      </c:lineChart>
      <c:catAx>
        <c:axId val="13034631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451679"/>
        <c:crosses val="autoZero"/>
        <c:auto val="1"/>
        <c:lblAlgn val="ctr"/>
        <c:lblOffset val="100"/>
        <c:noMultiLvlLbl val="0"/>
      </c:catAx>
      <c:valAx>
        <c:axId val="1303451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4631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E23C0-F6CD-A74B-8B20-78AB1AFD1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7A4CEA-83A7-A751-CB67-5BF4E36E1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14666-4A83-68C0-3FFF-5F0E4071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565D-758F-49E3-8E9C-A8276A9081B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257F4-B17C-4876-43C8-CEE9EF62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4D300-FC2E-4910-3081-9AAA83E2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3955-3690-4966-BBF0-2C26B4941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6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D10F9-72A7-02B7-7508-404828F9F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BB941-F691-0942-1041-439E57CCA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5A806-C159-3DCB-F36C-ADC813C00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565D-758F-49E3-8E9C-A8276A9081B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A1BB5-34BA-4DA8-8549-D0330AA73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9E3BC-6721-E5C3-A8D9-20376C40B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3955-3690-4966-BBF0-2C26B4941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5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30BC-E83C-65F5-7177-BA4FE7371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B32BF-5C09-C430-D784-2AFE6F7C9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90F51-EFD2-539E-CBCD-643016D13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565D-758F-49E3-8E9C-A8276A9081B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FE784-59A8-59C5-6AF9-B07D00037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C8A35-F4EF-4B3C-C48E-64C87DB3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3955-3690-4966-BBF0-2C26B4941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40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82465-D390-2977-0F14-167DFAC6B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1B754-6FC9-C01F-8C32-393A9C457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EC1B7-4230-4F3A-C813-F5A766CE3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0A127-43D6-668D-8E21-74419A1CF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565D-758F-49E3-8E9C-A8276A9081B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11865-7604-990D-D62C-50DCE8A5A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22F1C-B623-38A3-89BB-DDD36ADD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3955-3690-4966-BBF0-2C26B4941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24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13CC-16E7-9FEB-E75A-1A3A1A6A6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3C809-4F70-DB40-9D64-45759D94B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4D530-DE66-8F0E-267E-60116C3C0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9B710E-A9F9-C671-79B2-EF113E7D7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205E52-ED08-FAE6-5E98-F7F6900FBF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49EA6E-3908-EBB3-7A52-D6611F16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565D-758F-49E3-8E9C-A8276A9081B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7F8DB3-03B4-A3DD-58B5-92204709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CC893C-48CB-633D-DA80-1823C7F4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3955-3690-4966-BBF0-2C26B4941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91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A268B-50A9-B3E9-F7F6-463D6E8FF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0E1274-A73F-84AA-6B8A-16085DCF0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565D-758F-49E3-8E9C-A8276A9081B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2CC75-430B-150D-0439-708EDAB61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A7CCE-FBCA-2BF0-FDA6-AB9F523A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3955-3690-4966-BBF0-2C26B4941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8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B9DEB-70A6-B325-E52D-DACC5B4A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565D-758F-49E3-8E9C-A8276A9081B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BCCD3A-D53D-B51F-2A2E-E08343F50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BB21E-4D5A-CAF3-9393-A6BBF5EF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3955-3690-4966-BBF0-2C26B4941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82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DCA1F-1FE5-0908-F675-D72F43A22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B01FA-4124-935F-60AC-5D6010C94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51252-66C5-F044-1CBF-B52A20664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D0B5F-6C93-71E5-A7D6-43DEBB94C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565D-758F-49E3-8E9C-A8276A9081B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6F013-7D19-9AFB-B145-598F7A3D2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07731-4802-F984-B55E-1CD72686D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3955-3690-4966-BBF0-2C26B4941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83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453F4-3B91-B5E6-BE39-C8F0E47FA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3EBA5-2F4D-D723-A10C-6C98B8B8F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7E713-C6E9-74DB-FA63-EA255A604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5437F-91C8-6194-8E41-C29E05858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565D-758F-49E3-8E9C-A8276A9081B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C5149-5585-165D-F1E4-B64284E4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D11B-0388-5F76-B465-D10537E6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3955-3690-4966-BBF0-2C26B4941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58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6E965-95FD-389C-D351-56C29F73A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47C13C-68BC-B389-69F4-222656B48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C22EA-D4DF-5691-D15E-D68BBE17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565D-758F-49E3-8E9C-A8276A9081B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77FE6-5710-101A-C1AD-CA89E1658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801F8-C911-A7E1-7215-8E7EE176A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3955-3690-4966-BBF0-2C26B4941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38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BDD3B-3787-D781-C6E8-D433722D80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D036BB-3655-BF92-01E4-C139489EC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C6BF0-BC56-8F14-CFBE-9D58E66B1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565D-758F-49E3-8E9C-A8276A9081B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16B67-F7CE-B1F7-C91D-E3604A98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2FFD0-9645-45CE-919A-7F21082C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3955-3690-4966-BBF0-2C26B4941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77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11F59-96AA-5D6B-A021-180AD506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8B6BB-B807-E411-AFE7-F22FF1E3E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754BB-A9B3-5370-CCC6-C1B234B1EC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0565D-758F-49E3-8E9C-A8276A9081B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1B560-9DBC-CDFB-26E0-3251C5308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66C8E-799B-1069-0DC2-430EA2C0A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B3955-3690-4966-BBF0-2C26B4941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2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1378C18-D82E-FB71-2D13-BA6BF3CDAE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92769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7397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series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7C52A99-8B08-A3CD-041F-8B810CC80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4631742"/>
              </p:ext>
            </p:extLst>
          </p:nvPr>
        </p:nvGraphicFramePr>
        <p:xfrm>
          <a:off x="498230" y="527477"/>
          <a:ext cx="10673862" cy="5908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591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series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9451A9CB-EEE7-BF17-AEED-8EE02836E8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5548901"/>
              </p:ext>
            </p:extLst>
          </p:nvPr>
        </p:nvGraphicFramePr>
        <p:xfrm>
          <a:off x="838200" y="528320"/>
          <a:ext cx="10287000" cy="6065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58859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 uiExpand="1">
        <p:bldSub>
          <a:bldChart bld="series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5649FCB-C76F-5646-B507-A0350D117A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1176441"/>
              </p:ext>
            </p:extLst>
          </p:nvPr>
        </p:nvGraphicFramePr>
        <p:xfrm>
          <a:off x="838200" y="352424"/>
          <a:ext cx="10622280" cy="5956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5889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series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EF66C0F-44FF-7BB1-F2F6-3DAB42C97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3835984"/>
              </p:ext>
            </p:extLst>
          </p:nvPr>
        </p:nvGraphicFramePr>
        <p:xfrm>
          <a:off x="838200" y="352424"/>
          <a:ext cx="9799320" cy="6261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2712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series"/>
        </p:bldSub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58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Gindlesperger</dc:creator>
  <cp:lastModifiedBy>Matt Gindlesperger</cp:lastModifiedBy>
  <cp:revision>3</cp:revision>
  <dcterms:created xsi:type="dcterms:W3CDTF">2026-03-04T17:03:15Z</dcterms:created>
  <dcterms:modified xsi:type="dcterms:W3CDTF">2026-03-06T02:01:30Z</dcterms:modified>
</cp:coreProperties>
</file>